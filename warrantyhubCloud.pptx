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66" r:id="rId4"/>
  </p:sldMasterIdLst>
  <p:notesMasterIdLst>
    <p:notesMasterId r:id="rId14"/>
  </p:notesMasterIdLst>
  <p:handoutMasterIdLst>
    <p:handoutMasterId r:id="rId15"/>
  </p:handoutMasterIdLst>
  <p:sldIdLst>
    <p:sldId id="256" r:id="rId5"/>
    <p:sldId id="289" r:id="rId6"/>
    <p:sldId id="297" r:id="rId7"/>
    <p:sldId id="277" r:id="rId8"/>
    <p:sldId id="295" r:id="rId9"/>
    <p:sldId id="302" r:id="rId10"/>
    <p:sldId id="299" r:id="rId11"/>
    <p:sldId id="296" r:id="rId12"/>
    <p:sldId id="29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360" userDrawn="1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Author" initials="A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E6D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7E9639D4-E3E2-4D34-9284-5A2195B3D0D7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09" autoAdjust="0"/>
  </p:normalViewPr>
  <p:slideViewPr>
    <p:cSldViewPr snapToGrid="0">
      <p:cViewPr varScale="1">
        <p:scale>
          <a:sx n="81" d="100"/>
          <a:sy n="81" d="100"/>
        </p:scale>
        <p:origin x="677" y="53"/>
      </p:cViewPr>
      <p:guideLst>
        <p:guide orient="horz" pos="33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53F6ED8B-CF52-4A64-BACC-61D9C1041E0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D7022B2-02C5-4E03-99BC-0BA3C57AC49B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52A77B-D33C-49B3-A83C-450AA2ED72B3}" type="datetimeFigureOut">
              <a:rPr lang="en-US" smtClean="0"/>
              <a:t>8/22/2025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C3FEE8C-8D38-4F2A-950E-071C6823E271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567A6D-959B-4552-AB8D-4CCA819CAA71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BF9A36D-7FAC-478F-9944-F324014F6FD1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246769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38D8F9A-F5CB-4EF8-A859-ED5E107B9763}" type="datetimeFigureOut">
              <a:rPr lang="en-US" smtClean="0"/>
              <a:t>8/22/2025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4B9A9E5-4F7F-4A7D-9DE1-89923232926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77831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7" Type="http://schemas.openxmlformats.org/officeDocument/2006/relationships/image" Target="../media/image20.svg"/><Relationship Id="rId2" Type="http://schemas.openxmlformats.org/officeDocument/2006/relationships/image" Target="../media/image1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9.png"/><Relationship Id="rId5" Type="http://schemas.openxmlformats.org/officeDocument/2006/relationships/image" Target="../media/image18.svg"/><Relationship Id="rId4" Type="http://schemas.openxmlformats.org/officeDocument/2006/relationships/image" Target="../media/image17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svg"/><Relationship Id="rId4" Type="http://schemas.openxmlformats.org/officeDocument/2006/relationships/image" Target="../media/image7.png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image" Target="../media/image2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416040" y="4434840"/>
            <a:ext cx="4941771" cy="1122202"/>
          </a:xfrm>
        </p:spPr>
        <p:txBody>
          <a:bodyPr anchor="b">
            <a:noAutofit/>
          </a:bodyPr>
          <a:lstStyle>
            <a:lvl1pPr algn="l">
              <a:defRPr sz="3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16041" y="5586890"/>
            <a:ext cx="4941770" cy="396660"/>
          </a:xfrm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6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A04F1E16-9A84-4D0E-9706-79C396AF6AE6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9358" t="23650" b="-1"/>
          <a:stretch/>
        </p:blipFill>
        <p:spPr>
          <a:xfrm>
            <a:off x="0" y="0"/>
            <a:ext cx="9488312" cy="50543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310864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Agenda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Graphic 7">
            <a:extLst>
              <a:ext uri="{FF2B5EF4-FFF2-40B4-BE49-F238E27FC236}">
                <a16:creationId xmlns:a16="http://schemas.microsoft.com/office/drawing/2014/main" id="{D514C6BF-376E-43E8-881D-2E767426990A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28341" b="23071"/>
          <a:stretch/>
        </p:blipFill>
        <p:spPr>
          <a:xfrm>
            <a:off x="5488815" y="0"/>
            <a:ext cx="6703185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3F0A9B92-C2D0-466A-A680-A35832C452B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33499" y="1020445"/>
            <a:ext cx="3171825" cy="1325563"/>
          </a:xfrm>
        </p:spPr>
        <p:txBody>
          <a:bodyPr anchor="b">
            <a:normAutofit/>
          </a:bodyPr>
          <a:lstStyle>
            <a:lvl1pPr>
              <a:defRPr sz="28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A41CE6-5A88-4C5C-B2A4-6A5D2153B16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33499" y="2924175"/>
            <a:ext cx="3171825" cy="2519363"/>
          </a:xfrm>
        </p:spPr>
        <p:txBody>
          <a:bodyPr>
            <a:normAutofit/>
          </a:bodyPr>
          <a:lstStyle>
            <a:lvl1pPr marL="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20000"/>
              </a:lnSpc>
              <a:spcBef>
                <a:spcPts val="1000"/>
              </a:spcBef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9F5093-3C53-4152-B8FE-0522E079526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333500" y="6356350"/>
            <a:ext cx="9851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27F11D-8AF8-44D6-A48B-D8C7779B8B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8C0879-6B0F-4AF6-A997-EC61DA896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1270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raphic 10">
            <a:extLst>
              <a:ext uri="{FF2B5EF4-FFF2-40B4-BE49-F238E27FC236}">
                <a16:creationId xmlns:a16="http://schemas.microsoft.com/office/drawing/2014/main" id="{9D2AF524-D4B4-4A3A-9CE4-EDAFE1D5A3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2113884" y="0"/>
            <a:ext cx="10078116" cy="6858000"/>
          </a:xfrm>
          <a:custGeom>
            <a:avLst/>
            <a:gdLst>
              <a:gd name="connsiteX0" fmla="*/ 3793236 w 10078116"/>
              <a:gd name="connsiteY0" fmla="*/ 6858000 h 6858000"/>
              <a:gd name="connsiteX1" fmla="*/ 0 w 10078116"/>
              <a:gd name="connsiteY1" fmla="*/ 0 h 6858000"/>
              <a:gd name="connsiteX2" fmla="*/ 10078116 w 10078116"/>
              <a:gd name="connsiteY2" fmla="*/ 0 h 6858000"/>
              <a:gd name="connsiteX3" fmla="*/ 10078116 w 10078116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0078116" h="6858000">
                <a:moveTo>
                  <a:pt x="3793236" y="6858000"/>
                </a:moveTo>
                <a:lnTo>
                  <a:pt x="0" y="0"/>
                </a:lnTo>
                <a:lnTo>
                  <a:pt x="10078116" y="0"/>
                </a:lnTo>
                <a:lnTo>
                  <a:pt x="10078116" y="6858000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3987A5-99A6-4B33-BAAF-5315963538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5509419"/>
            <a:ext cx="4082142" cy="585788"/>
          </a:xfrm>
        </p:spPr>
        <p:txBody>
          <a:bodyPr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TITLE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3BABF6CA-407C-4BF0-8234-1321A676E756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318" y="148113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76D8129B-5B68-421C-968C-3663C86EFC7C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14375" y="2557463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5">
            <a:extLst>
              <a:ext uri="{FF2B5EF4-FFF2-40B4-BE49-F238E27FC236}">
                <a16:creationId xmlns:a16="http://schemas.microsoft.com/office/drawing/2014/main" id="{6C741DCA-8EBD-44F5-9D38-E938A628ADC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320800" y="3633788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5C43C6B1-A1BD-4A90-8B4B-F361C1BEDD26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905000" y="4710114"/>
            <a:ext cx="2141764" cy="514350"/>
          </a:xfrm>
        </p:spPr>
        <p:txBody>
          <a:bodyPr anchor="ctr">
            <a:noAutofit/>
          </a:bodyPr>
          <a:lstStyle>
            <a:lvl1pPr marL="0" indent="0" algn="r">
              <a:buNone/>
              <a:defRPr sz="1600" cap="all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15">
            <a:extLst>
              <a:ext uri="{FF2B5EF4-FFF2-40B4-BE49-F238E27FC236}">
                <a16:creationId xmlns:a16="http://schemas.microsoft.com/office/drawing/2014/main" id="{0C66E1BD-33F0-4B94-BF94-CD4698F85C3D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01535" y="1594478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5" name="Text Placeholder 15">
            <a:extLst>
              <a:ext uri="{FF2B5EF4-FFF2-40B4-BE49-F238E27FC236}">
                <a16:creationId xmlns:a16="http://schemas.microsoft.com/office/drawing/2014/main" id="{2D4661B1-6559-407A-9AEC-A46A0570AE8F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4986028" y="268256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DCC983F7-6A25-42C0-811C-EA32138C5B8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576937" y="3755394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37" name="Text Placeholder 15">
            <a:extLst>
              <a:ext uri="{FF2B5EF4-FFF2-40B4-BE49-F238E27FC236}">
                <a16:creationId xmlns:a16="http://schemas.microsoft.com/office/drawing/2014/main" id="{E83DA0EB-27DD-416A-8DA5-4AFDC8587E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75279" y="4824430"/>
            <a:ext cx="5539095" cy="1010842"/>
          </a:xfrm>
        </p:spPr>
        <p:txBody>
          <a:bodyPr anchor="t">
            <a:normAutofit/>
          </a:bodyPr>
          <a:lstStyle>
            <a:lvl1pPr marL="0" indent="0" algn="l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edit master text style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D3795F91-C721-4363-956D-756673AE7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4353515" y="502393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8AC14461-E27D-413D-B31A-47B74646AF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759917" y="3948451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D6AEA4C-7710-4829-BA87-8DD77F1593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3173453" y="2872686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E9BD473E-6203-491C-87AC-54AC0AB2333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2586263" y="1796083"/>
            <a:ext cx="1513211" cy="0"/>
          </a:xfrm>
          <a:prstGeom prst="line">
            <a:avLst/>
          </a:prstGeom>
          <a:ln w="63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74DC36F-5D3E-439D-80B5-32633FC344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710A8A-CEC9-4787-A745-C28DD965F7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155823" y="6356350"/>
            <a:ext cx="1808712" cy="365125"/>
          </a:xfrm>
        </p:spPr>
        <p:txBody>
          <a:bodyPr/>
          <a:lstStyle>
            <a:lvl1pPr algn="l"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162BD04-8F01-472A-9456-4702A2218B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810874" y="6356350"/>
            <a:ext cx="542925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528123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 Colum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485900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485664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87DD41A9-B6B3-48D9-A3A6-831B39C9158C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673004" y="2563123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2" name="Text Placeholder 18">
            <a:extLst>
              <a:ext uri="{FF2B5EF4-FFF2-40B4-BE49-F238E27FC236}">
                <a16:creationId xmlns:a16="http://schemas.microsoft.com/office/drawing/2014/main" id="{FB791E68-EDF5-4CC2-8774-A27AEF1D25E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673143" y="3070348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3" name="Text Placeholder 15">
            <a:extLst>
              <a:ext uri="{FF2B5EF4-FFF2-40B4-BE49-F238E27FC236}">
                <a16:creationId xmlns:a16="http://schemas.microsoft.com/office/drawing/2014/main" id="{AA224F82-7E0C-4EBF-97D3-132481DBCDA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485899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34" name="Text Placeholder 18">
            <a:extLst>
              <a:ext uri="{FF2B5EF4-FFF2-40B4-BE49-F238E27FC236}">
                <a16:creationId xmlns:a16="http://schemas.microsoft.com/office/drawing/2014/main" id="{699D24C6-4AFB-4222-8E0C-4D11CD9C0FF7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486412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3B05E19C-DF33-4515-AC52-F95850810EC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672630" y="4319431"/>
            <a:ext cx="4031945" cy="365125"/>
          </a:xfrm>
        </p:spPr>
        <p:txBody>
          <a:bodyPr>
            <a:normAutofit/>
          </a:bodyPr>
          <a:lstStyle>
            <a:lvl1pPr marL="0" indent="0" algn="ctr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ADD SUBTITLE</a:t>
            </a:r>
          </a:p>
        </p:txBody>
      </p:sp>
      <p:sp>
        <p:nvSpPr>
          <p:cNvPr id="13" name="Text Placeholder 18">
            <a:extLst>
              <a:ext uri="{FF2B5EF4-FFF2-40B4-BE49-F238E27FC236}">
                <a16:creationId xmlns:a16="http://schemas.microsoft.com/office/drawing/2014/main" id="{C0EBC62D-442C-45D3-B66B-C6578FBB3370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673143" y="4826656"/>
            <a:ext cx="4031030" cy="1057308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9298DCF7-7DC1-4618-8133-F63847B0AFE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8688388" y="0"/>
            <a:ext cx="3503612" cy="235295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653A6567-233D-4A3B-B52B-DE7E5E35A1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 userDrawn="1"/>
        </p:nvCxnSpPr>
        <p:spPr>
          <a:xfrm>
            <a:off x="9720943" y="0"/>
            <a:ext cx="2471057" cy="26990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Graphic 6">
            <a:extLst>
              <a:ext uri="{FF2B5EF4-FFF2-40B4-BE49-F238E27FC236}">
                <a16:creationId xmlns:a16="http://schemas.microsoft.com/office/drawing/2014/main" id="{64D564EB-CA78-42C6-AD76-3C4E7B3AEA8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1CFFBB3A-BDCF-4878-8D04-E8BB9A050E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14876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 Column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">
            <a:extLst>
              <a:ext uri="{FF2B5EF4-FFF2-40B4-BE49-F238E27FC236}">
                <a16:creationId xmlns:a16="http://schemas.microsoft.com/office/drawing/2014/main" id="{42ACEF30-0520-40B3-A1F1-F3D2530563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508760" y="4156405"/>
            <a:ext cx="3139440" cy="1325563"/>
          </a:xfrm>
        </p:spPr>
        <p:txBody>
          <a:bodyPr anchor="b"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A1FB681F-A94D-4BF8-8290-0811E98D49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153063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7" name="Text Placeholder 18">
            <a:extLst>
              <a:ext uri="{FF2B5EF4-FFF2-40B4-BE49-F238E27FC236}">
                <a16:creationId xmlns:a16="http://schemas.microsoft.com/office/drawing/2014/main" id="{61E8C129-EF62-46A8-97F3-3CB5D014FB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186006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07D6A00C-D56B-4E8B-B992-7DA51D3C7261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263043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8" name="Text Placeholder 18">
            <a:extLst>
              <a:ext uri="{FF2B5EF4-FFF2-40B4-BE49-F238E27FC236}">
                <a16:creationId xmlns:a16="http://schemas.microsoft.com/office/drawing/2014/main" id="{DA90DA32-7E6A-4713-BDC9-73910E2A0E6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295985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D7E57261-C874-4DFD-AF7D-F9EC50B3BFD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373022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0" name="Text Placeholder 18">
            <a:extLst>
              <a:ext uri="{FF2B5EF4-FFF2-40B4-BE49-F238E27FC236}">
                <a16:creationId xmlns:a16="http://schemas.microsoft.com/office/drawing/2014/main" id="{843F77CE-098F-4777-8C30-5CEE7954D14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05965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4CAE269A-B6AB-42A6-9575-6057FA25A29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5920106" y="4830024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4" name="Text Placeholder 18">
            <a:extLst>
              <a:ext uri="{FF2B5EF4-FFF2-40B4-BE49-F238E27FC236}">
                <a16:creationId xmlns:a16="http://schemas.microsoft.com/office/drawing/2014/main" id="{46866A49-A3A8-4869-961C-EB41F6BC784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919680" y="5159449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8EC90C5-A811-4E5C-ADD1-A89DB4E94DAA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56B621-AE19-45D3-B25F-23256C242DDD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58BDCB2-D8C3-4571-8154-76BEA9AE41A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  <p:pic>
        <p:nvPicPr>
          <p:cNvPr id="2" name="Graphic 1">
            <a:extLst>
              <a:ext uri="{FF2B5EF4-FFF2-40B4-BE49-F238E27FC236}">
                <a16:creationId xmlns:a16="http://schemas.microsoft.com/office/drawing/2014/main" id="{6D8D9106-8780-461D-9091-E074B0A3C9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-4696" y="-1"/>
            <a:ext cx="4896735" cy="43859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19504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roduction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620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362075" y="3660774"/>
            <a:ext cx="5111750" cy="1525588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49FBD260-5143-4B12-B9F8-33E48D548909}"/>
              </a:ext>
            </a:extLst>
          </p:cNvPr>
          <p:cNvCxnSpPr/>
          <p:nvPr/>
        </p:nvCxnSpPr>
        <p:spPr>
          <a:xfrm>
            <a:off x="9096375" y="1497012"/>
            <a:ext cx="3095625" cy="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/>
          <p:nvPr/>
        </p:nvCxnSpPr>
        <p:spPr>
          <a:xfrm flipH="1">
            <a:off x="6953250" y="-25401"/>
            <a:ext cx="3790950" cy="6902451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70146B66-4F07-44BE-8AAB-48EA5170DA8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3A927BE5-2F4C-4EBD-9093-C4ED6E3025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5224463" y="6356350"/>
            <a:ext cx="1743075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C4C1336B-CF5E-42FF-80E8-7D33A2D64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278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991350" y="2571235"/>
            <a:ext cx="4179570" cy="1715531"/>
          </a:xfrm>
        </p:spPr>
        <p:txBody>
          <a:bodyPr anchor="ctr">
            <a:noAutofit/>
          </a:bodyPr>
          <a:lstStyle>
            <a:lvl1pPr algn="l">
              <a:defRPr sz="36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F05D2CCB-CCFC-4A8A-ADA9-C1E4D13B968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828675"/>
            <a:ext cx="5876925" cy="52006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8668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AEE644D4-F9A4-4237-BD5C-4B97ABA933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558165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2FF67A8-55FA-435D-A18C-96D63D22B53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AC7E4E-FE06-4E90-8107-6B543E5515ED}"/>
              </a:ext>
            </a:extLst>
          </p:cNvPr>
          <p:cNvCxnSpPr/>
          <p:nvPr/>
        </p:nvCxnSpPr>
        <p:spPr>
          <a:xfrm flipV="1">
            <a:off x="2209800" y="0"/>
            <a:ext cx="2438400" cy="6858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3864668D-D640-4ABF-BB9A-D60176660F0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2" name="Text Placeholder 18">
            <a:extLst>
              <a:ext uri="{FF2B5EF4-FFF2-40B4-BE49-F238E27FC236}">
                <a16:creationId xmlns:a16="http://schemas.microsoft.com/office/drawing/2014/main" id="{2E289D5A-B06B-43D4-A3CA-3B06C4D49FD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1DCC2995-DE17-436D-82AE-6E107865CB79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4" name="Text Placeholder 18">
            <a:extLst>
              <a:ext uri="{FF2B5EF4-FFF2-40B4-BE49-F238E27FC236}">
                <a16:creationId xmlns:a16="http://schemas.microsoft.com/office/drawing/2014/main" id="{C7E70A65-1FB1-4F42-854B-8213ED73F792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45657994-DC61-4DEB-BB2B-65DFCA997AF1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16" name="Text Placeholder 18">
            <a:extLst>
              <a:ext uri="{FF2B5EF4-FFF2-40B4-BE49-F238E27FC236}">
                <a16:creationId xmlns:a16="http://schemas.microsoft.com/office/drawing/2014/main" id="{18397EE2-60CD-47FD-AF8F-83A5324D9D1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7" name="Date Placeholder 2">
            <a:extLst>
              <a:ext uri="{FF2B5EF4-FFF2-40B4-BE49-F238E27FC236}">
                <a16:creationId xmlns:a16="http://schemas.microsoft.com/office/drawing/2014/main" id="{1E25EFF1-65C7-4F93-8740-46885C6BEA57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5919680" y="6356350"/>
            <a:ext cx="947516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8" name="Footer Placeholder 3">
            <a:extLst>
              <a:ext uri="{FF2B5EF4-FFF2-40B4-BE49-F238E27FC236}">
                <a16:creationId xmlns:a16="http://schemas.microsoft.com/office/drawing/2014/main" id="{C16D80BF-B599-4FC0-ABD5-98777872FE5F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7161955" y="6356350"/>
            <a:ext cx="3243942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9" name="Slide Number Placeholder 4">
            <a:extLst>
              <a:ext uri="{FF2B5EF4-FFF2-40B4-BE49-F238E27FC236}">
                <a16:creationId xmlns:a16="http://schemas.microsoft.com/office/drawing/2014/main" id="{F64421B1-FF90-4939-90BD-8206DE5036D0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10700656" y="6356350"/>
            <a:ext cx="653143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7987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hree Conten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243104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43104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4647665" y="2776936"/>
            <a:ext cx="2896671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47665" y="3834606"/>
            <a:ext cx="2896671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8066421" y="2776936"/>
            <a:ext cx="2882475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8066421" y="3834606"/>
            <a:ext cx="2882475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3105150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2238376" cy="24765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318953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arket comparison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063855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A066E2EA-C6EA-4A02-818E-33BD582D92E7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547551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97B9C3B0-3522-407C-B662-631E19ECC95F}"/>
              </a:ext>
            </a:extLst>
          </p:cNvPr>
          <p:cNvSpPr>
            <a:spLocks noGrp="1"/>
          </p:cNvSpPr>
          <p:nvPr>
            <p:ph type="body" idx="16" hasCustomPrompt="1"/>
          </p:nvPr>
        </p:nvSpPr>
        <p:spPr>
          <a:xfrm>
            <a:off x="8887174" y="3064615"/>
            <a:ext cx="1240971" cy="823912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4000" kern="1200" cap="all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129698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526261" y="4824188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2000" cap="all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7938210" y="4824188"/>
            <a:ext cx="3124093" cy="462927"/>
          </a:xfrm>
        </p:spPr>
        <p:txBody>
          <a:bodyPr>
            <a:noAutofit/>
          </a:bodyPr>
          <a:lstStyle>
            <a:lvl1pPr marL="0" indent="0" algn="ctr">
              <a:lnSpc>
                <a:spcPct val="100000"/>
              </a:lnSpc>
              <a:buNone/>
              <a:defRPr sz="2000" cap="all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B38B0D13-BD5F-460B-B337-F4A9342026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65141" y="2358007"/>
            <a:ext cx="2438400" cy="20193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BE72876B-D3DA-4462-9E24-3354D8D02A2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00625" y="2531837"/>
            <a:ext cx="2190750" cy="1943100"/>
          </a:xfrm>
          <a:prstGeom prst="rect">
            <a:avLst/>
          </a:prstGeom>
        </p:spPr>
      </p:pic>
      <p:pic>
        <p:nvPicPr>
          <p:cNvPr id="15" name="Graphic 14">
            <a:extLst>
              <a:ext uri="{FF2B5EF4-FFF2-40B4-BE49-F238E27FC236}">
                <a16:creationId xmlns:a16="http://schemas.microsoft.com/office/drawing/2014/main" id="{14A539B6-6E3F-41BA-ACE2-76E8BB65163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45608" y="2421056"/>
            <a:ext cx="2324100" cy="2057400"/>
          </a:xfrm>
          <a:prstGeom prst="rect">
            <a:avLst/>
          </a:prstGeom>
        </p:spPr>
      </p:pic>
      <p:sp>
        <p:nvSpPr>
          <p:cNvPr id="25" name="Content Placeholder 3">
            <a:extLst>
              <a:ext uri="{FF2B5EF4-FFF2-40B4-BE49-F238E27FC236}">
                <a16:creationId xmlns:a16="http://schemas.microsoft.com/office/drawing/2014/main" id="{82D8880F-3EAC-45C9-91F2-19A193791A18}"/>
              </a:ext>
            </a:extLst>
          </p:cNvPr>
          <p:cNvSpPr>
            <a:spLocks noGrp="1"/>
          </p:cNvSpPr>
          <p:nvPr>
            <p:ph sz="half" idx="17"/>
          </p:nvPr>
        </p:nvSpPr>
        <p:spPr>
          <a:xfrm>
            <a:off x="1129698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5">
            <a:extLst>
              <a:ext uri="{FF2B5EF4-FFF2-40B4-BE49-F238E27FC236}">
                <a16:creationId xmlns:a16="http://schemas.microsoft.com/office/drawing/2014/main" id="{9019518E-E850-403D-A5B5-4B53F8C4A56B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4526261" y="5280763"/>
            <a:ext cx="3139479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27" name="Content Placeholder 3">
            <a:extLst>
              <a:ext uri="{FF2B5EF4-FFF2-40B4-BE49-F238E27FC236}">
                <a16:creationId xmlns:a16="http://schemas.microsoft.com/office/drawing/2014/main" id="{A8058154-45E5-403E-B714-AC85774F391F}"/>
              </a:ext>
            </a:extLst>
          </p:cNvPr>
          <p:cNvSpPr>
            <a:spLocks noGrp="1"/>
          </p:cNvSpPr>
          <p:nvPr>
            <p:ph sz="half" idx="19"/>
          </p:nvPr>
        </p:nvSpPr>
        <p:spPr>
          <a:xfrm>
            <a:off x="7938210" y="5280763"/>
            <a:ext cx="3124093" cy="462927"/>
          </a:xfrm>
        </p:spPr>
        <p:txBody>
          <a:bodyPr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cap="none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261931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Two Conten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933700" y="892177"/>
            <a:ext cx="8421688" cy="1325563"/>
          </a:xfrm>
        </p:spPr>
        <p:txBody>
          <a:bodyPr>
            <a:normAutofit/>
          </a:bodyPr>
          <a:lstStyle>
            <a:lvl1pPr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933700" y="2776936"/>
            <a:ext cx="3924300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933700" y="3834606"/>
            <a:ext cx="3924300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7410173" y="2776936"/>
            <a:ext cx="3943627" cy="823912"/>
          </a:xfrm>
        </p:spPr>
        <p:txBody>
          <a:bodyPr anchor="b">
            <a:noAutofit/>
          </a:bodyPr>
          <a:lstStyle>
            <a:lvl1pPr marL="0" indent="0">
              <a:buNone/>
              <a:defRPr lang="en-US" sz="2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/>
              <a:t>CLICK TO EDIT MASTER TEXT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7410173" y="3834606"/>
            <a:ext cx="3943627" cy="1997867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 marL="9144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 marL="13716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 marL="182880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E24E1DB-1F20-4C28-8069-D9219D1F8BB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9434" t="20278" b="22673"/>
          <a:stretch/>
        </p:blipFill>
        <p:spPr>
          <a:xfrm>
            <a:off x="25785" y="0"/>
            <a:ext cx="4368030" cy="39123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174090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AE202E03-5C65-4305-B969-65220AD410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8301" r="41825" b="23071"/>
          <a:stretch/>
        </p:blipFill>
        <p:spPr>
          <a:xfrm flipH="1">
            <a:off x="0" y="0"/>
            <a:ext cx="5441888" cy="6858000"/>
          </a:xfrm>
          <a:custGeom>
            <a:avLst/>
            <a:gdLst>
              <a:gd name="connsiteX0" fmla="*/ 5441888 w 5441888"/>
              <a:gd name="connsiteY0" fmla="*/ 0 h 6858000"/>
              <a:gd name="connsiteX1" fmla="*/ 0 w 5441888"/>
              <a:gd name="connsiteY1" fmla="*/ 0 h 6858000"/>
              <a:gd name="connsiteX2" fmla="*/ 0 w 5441888"/>
              <a:gd name="connsiteY2" fmla="*/ 6858000 h 6858000"/>
              <a:gd name="connsiteX3" fmla="*/ 5441888 w 5441888"/>
              <a:gd name="connsiteY3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41888" h="6858000">
                <a:moveTo>
                  <a:pt x="5441888" y="0"/>
                </a:moveTo>
                <a:lnTo>
                  <a:pt x="0" y="0"/>
                </a:lnTo>
                <a:lnTo>
                  <a:pt x="0" y="6858000"/>
                </a:lnTo>
                <a:lnTo>
                  <a:pt x="5441888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1E1C8C6D-0530-475B-A7F7-0E00C33ACFE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20169" y="1152771"/>
            <a:ext cx="5431971" cy="846301"/>
          </a:xfrm>
        </p:spPr>
        <p:txBody>
          <a:bodyPr anchor="t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D2778A3-7084-4333-8349-03B1FEB5FE7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922254" y="2469515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0ED2545-F96B-400C-B6F4-F1D2D83B724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5921828" y="2798940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6" name="Text Placeholder 15">
            <a:extLst>
              <a:ext uri="{FF2B5EF4-FFF2-40B4-BE49-F238E27FC236}">
                <a16:creationId xmlns:a16="http://schemas.microsoft.com/office/drawing/2014/main" id="{4A2FECA2-3808-47DC-84EB-CD3395C2052D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5922254" y="3569311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7" name="Text Placeholder 18">
            <a:extLst>
              <a:ext uri="{FF2B5EF4-FFF2-40B4-BE49-F238E27FC236}">
                <a16:creationId xmlns:a16="http://schemas.microsoft.com/office/drawing/2014/main" id="{24393B9A-03C4-45C1-8172-F8B354458A4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921828" y="3898736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8" name="Text Placeholder 15">
            <a:extLst>
              <a:ext uri="{FF2B5EF4-FFF2-40B4-BE49-F238E27FC236}">
                <a16:creationId xmlns:a16="http://schemas.microsoft.com/office/drawing/2014/main" id="{18EC24A5-B4A5-4BAB-AE40-30EB69D6EF7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5922254" y="4669107"/>
            <a:ext cx="5433204" cy="365125"/>
          </a:xfrm>
        </p:spPr>
        <p:txBody>
          <a:bodyPr>
            <a:normAutofit/>
          </a:bodyPr>
          <a:lstStyle>
            <a:lvl1pPr marL="0" indent="0">
              <a:buNone/>
              <a:defRPr lang="en-US" sz="20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ADD SUBTITLE</a:t>
            </a:r>
          </a:p>
        </p:txBody>
      </p:sp>
      <p:sp>
        <p:nvSpPr>
          <p:cNvPr id="29" name="Text Placeholder 18">
            <a:extLst>
              <a:ext uri="{FF2B5EF4-FFF2-40B4-BE49-F238E27FC236}">
                <a16:creationId xmlns:a16="http://schemas.microsoft.com/office/drawing/2014/main" id="{726F36C0-4E6A-4A10-960D-11D78D04447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921828" y="4998532"/>
            <a:ext cx="5431971" cy="55795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Font typeface="Arial" panose="020B0604020202020204" pitchFamily="34" charset="0"/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693348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melin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D46070C-E825-43D0-99F4-8B4614131131}"/>
              </a:ext>
            </a:extLst>
          </p:cNvPr>
          <p:cNvSpPr/>
          <p:nvPr userDrawn="1"/>
        </p:nvSpPr>
        <p:spPr>
          <a:xfrm>
            <a:off x="0" y="3057683"/>
            <a:ext cx="12191998" cy="201019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1F8C642-49FB-4E16-A3A0-B2ACBEABFFD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l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noProof="0" dirty="0"/>
              <a:t>CLICK TO EDIT MASTER TITLE STYLE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E4E92FC5-6FC2-45C2-9200-3244F9EA69A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914399" y="3354712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4D75C136-D6C3-4431-8776-997070627AA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19659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FD15D323-BFE3-4ACE-9A2E-C9EB69458B1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27538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3B520767-B49F-4503-8120-B66E411F33E4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418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30C2F5A0-E03E-4C89-B9EB-8D48889F5F91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43297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AB3645A3-D681-45BF-B195-452D000802C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14400" y="4292468"/>
            <a:ext cx="731520" cy="457200"/>
          </a:xfrm>
        </p:spPr>
        <p:txBody>
          <a:bodyPr anchor="ctr"/>
          <a:lstStyle>
            <a:lvl1pPr marL="0" indent="0" algn="l">
              <a:buNone/>
              <a:defRPr sz="1400" b="1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 noProof="0" dirty="0"/>
              <a:t>Year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59D3CBFE-13C8-4DB1-A831-9393264923E7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51176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82385A0A-C61D-4BBD-AC77-D7642F895E2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59055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FED89FCE-7507-4C8C-923F-922290589466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669348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5" name="Text Placeholder 10">
            <a:extLst>
              <a:ext uri="{FF2B5EF4-FFF2-40B4-BE49-F238E27FC236}">
                <a16:creationId xmlns:a16="http://schemas.microsoft.com/office/drawing/2014/main" id="{F2F73935-BF53-4510-8B8F-EDB1CD56A1BB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905724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6" name="Text Placeholder 10">
            <a:extLst>
              <a:ext uri="{FF2B5EF4-FFF2-40B4-BE49-F238E27FC236}">
                <a16:creationId xmlns:a16="http://schemas.microsoft.com/office/drawing/2014/main" id="{2A9276DB-F427-4F8E-8E4C-466600F390FD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48140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79023948-0C1E-4DAB-B885-1C713409AA08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826932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AB6A03C-6180-41ED-A88D-ECBB80D160F2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9845160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145AD645-55F0-41A9-AC53-ED30BF1340B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10633085" y="3502152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C39F248D-01B4-40EE-B483-E8E81806DFBE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196991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1" name="Text Placeholder 10">
            <a:extLst>
              <a:ext uri="{FF2B5EF4-FFF2-40B4-BE49-F238E27FC236}">
                <a16:creationId xmlns:a16="http://schemas.microsoft.com/office/drawing/2014/main" id="{1D0F1859-7A34-42DF-873E-2CF864E4C4B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275760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2" name="Text Placeholder 10">
            <a:extLst>
              <a:ext uri="{FF2B5EF4-FFF2-40B4-BE49-F238E27FC236}">
                <a16:creationId xmlns:a16="http://schemas.microsoft.com/office/drawing/2014/main" id="{6EB397AF-B5C1-40FE-86D4-BA660E4C6E46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3545289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AF1343D5-DC0F-4C7E-967F-CFC300A2C807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4332976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9AD688A5-D2DF-4FC3-8171-FAEA8C4F5566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5120663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5" name="Text Placeholder 10">
            <a:extLst>
              <a:ext uri="{FF2B5EF4-FFF2-40B4-BE49-F238E27FC236}">
                <a16:creationId xmlns:a16="http://schemas.microsoft.com/office/drawing/2014/main" id="{EA05A5D4-01B0-4932-B03E-571986E282EA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5908350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6" name="Text Placeholder 10">
            <a:extLst>
              <a:ext uri="{FF2B5EF4-FFF2-40B4-BE49-F238E27FC236}">
                <a16:creationId xmlns:a16="http://schemas.microsoft.com/office/drawing/2014/main" id="{72A84601-CD4F-49ED-8D51-CEF032363058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696037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C49FB196-753D-4A12-9460-57D8AB4B540B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059098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8" name="Text Placeholder 10">
            <a:extLst>
              <a:ext uri="{FF2B5EF4-FFF2-40B4-BE49-F238E27FC236}">
                <a16:creationId xmlns:a16="http://schemas.microsoft.com/office/drawing/2014/main" id="{DFC05EC7-9D6C-486B-9E2F-D3612013C0A1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7483724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98F455FB-241B-4E1F-B581-FA6CBA239545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8271411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9E38664A-8108-4E24-800B-3C32ADA43978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9846785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1" name="Text Placeholder 10">
            <a:extLst>
              <a:ext uri="{FF2B5EF4-FFF2-40B4-BE49-F238E27FC236}">
                <a16:creationId xmlns:a16="http://schemas.microsoft.com/office/drawing/2014/main" id="{2908458B-A3ED-4855-9E08-108D7C4A8D36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>
          <a:xfrm>
            <a:off x="10634472" y="4425696"/>
            <a:ext cx="640080" cy="201776"/>
          </a:xfrm>
        </p:spPr>
        <p:txBody>
          <a:bodyPr>
            <a:noAutofit/>
          </a:bodyPr>
          <a:lstStyle>
            <a:lvl1pPr marL="0" indent="0" algn="ctr">
              <a:buNone/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noProof="0" dirty="0"/>
              <a:t>MM</a:t>
            </a:r>
          </a:p>
        </p:txBody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FFA35437-CCDE-4D92-B879-F23B329C8EC3}"/>
              </a:ext>
            </a:extLst>
          </p:cNvPr>
          <p:cNvSpPr/>
          <p:nvPr userDrawn="1"/>
        </p:nvSpPr>
        <p:spPr>
          <a:xfrm>
            <a:off x="929640" y="4034785"/>
            <a:ext cx="10332720" cy="45719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noProof="0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36" name="Date Placeholder 2">
            <a:extLst>
              <a:ext uri="{FF2B5EF4-FFF2-40B4-BE49-F238E27FC236}">
                <a16:creationId xmlns:a16="http://schemas.microsoft.com/office/drawing/2014/main" id="{1CDC588F-73BC-4108-974B-0EAAB8213CE0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20XX</a:t>
            </a:r>
          </a:p>
        </p:txBody>
      </p:sp>
      <p:sp>
        <p:nvSpPr>
          <p:cNvPr id="37" name="Footer Placeholder 3">
            <a:extLst>
              <a:ext uri="{FF2B5EF4-FFF2-40B4-BE49-F238E27FC236}">
                <a16:creationId xmlns:a16="http://schemas.microsoft.com/office/drawing/2014/main" id="{B2AC1EB2-9B8F-4077-8B66-64F9549F2C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noProof="0" dirty="0"/>
              <a:t>Pitch Deck</a:t>
            </a:r>
          </a:p>
        </p:txBody>
      </p:sp>
      <p:sp>
        <p:nvSpPr>
          <p:cNvPr id="38" name="Slide Number Placeholder 4">
            <a:extLst>
              <a:ext uri="{FF2B5EF4-FFF2-40B4-BE49-F238E27FC236}">
                <a16:creationId xmlns:a16="http://schemas.microsoft.com/office/drawing/2014/main" id="{28DE3E33-346A-45AF-B164-CB5DF04FA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0563234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mart Ar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5C4E19-B78B-4E39-B661-7E6A2E6C500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E085D26-FA83-4414-959E-98936A772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FB52E93-DE4C-4341-8D83-F0230E38B1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66988B2D-0240-4256-8268-4B9FF1E72363}"/>
              </a:ext>
            </a:extLst>
          </p:cNvPr>
          <p:cNvCxnSpPr>
            <a:cxnSpLocks/>
          </p:cNvCxnSpPr>
          <p:nvPr/>
        </p:nvCxnSpPr>
        <p:spPr>
          <a:xfrm flipV="1">
            <a:off x="0" y="0"/>
            <a:ext cx="2590800" cy="762000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EEAAE1-3D04-41C3-B2D2-B3BEF34C3B27}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704850" cy="1027906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467230-4A0F-4B18-8BA9-C3B2FDD59C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5756781-A599-0594-4502-A54BC85E87FF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838199" y="2136775"/>
            <a:ext cx="10515599" cy="36972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35431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4 Peop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487181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3836914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2757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8747458" y="2886074"/>
            <a:ext cx="1845511" cy="1845511"/>
          </a:xfr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 marL="0" indent="0" algn="l">
              <a:lnSpc>
                <a:spcPct val="100000"/>
              </a:lnSpc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343248" y="5084524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692980" y="5099206"/>
            <a:ext cx="2135755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183644" y="5099206"/>
            <a:ext cx="2123743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603525" y="5084524"/>
            <a:ext cx="2123742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487181" y="5464114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836913" y="5478796"/>
            <a:ext cx="1855949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327577" y="5478796"/>
            <a:ext cx="1845511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747458" y="5464114"/>
            <a:ext cx="184551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4E4B72DA-52CB-4D39-A342-8857B4D959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/>
          <p:nvPr/>
        </p:nvCxnSpPr>
        <p:spPr>
          <a:xfrm flipH="1" flipV="1">
            <a:off x="7334250" y="0"/>
            <a:ext cx="4857750" cy="762000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21D9BCDA-DFB7-41A4-A7C7-CEE86CED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11487150" y="0"/>
            <a:ext cx="704850" cy="1724025"/>
          </a:xfrm>
          <a:prstGeom prst="line">
            <a:avLst/>
          </a:prstGeom>
          <a:ln>
            <a:solidFill>
              <a:schemeClr val="accent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237283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2" pos="936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eam Slide 8 Peopl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B0BDE76A-30A6-4268-9656-28A484C3DC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1877176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7" name="Picture Placeholder 10">
            <a:extLst>
              <a:ext uri="{FF2B5EF4-FFF2-40B4-BE49-F238E27FC236}">
                <a16:creationId xmlns:a16="http://schemas.microsoft.com/office/drawing/2014/main" id="{C4CA5C9C-91D5-44B1-A82A-A49732B4691A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4226270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8" name="Picture Placeholder 10">
            <a:extLst>
              <a:ext uri="{FF2B5EF4-FFF2-40B4-BE49-F238E27FC236}">
                <a16:creationId xmlns:a16="http://schemas.microsoft.com/office/drawing/2014/main" id="{4EBC7D6F-397D-4C5A-AA62-F683F88531A2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716934" y="2428875"/>
            <a:ext cx="1066800" cy="1066800"/>
          </a:xfrm>
          <a:solidFill>
            <a:schemeClr val="tx1"/>
          </a:solidFill>
        </p:spPr>
        <p:txBody>
          <a:bodyPr>
            <a:noAutofit/>
          </a:bodyPr>
          <a:lstStyle>
            <a:lvl1pPr marL="0" indent="0" algn="l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9" name="Picture Placeholder 10">
            <a:extLst>
              <a:ext uri="{FF2B5EF4-FFF2-40B4-BE49-F238E27FC236}">
                <a16:creationId xmlns:a16="http://schemas.microsoft.com/office/drawing/2014/main" id="{92E6B581-A522-4758-A9A4-8B9C7B860CF2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9136814" y="2428875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500168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6" name="Text Placeholder 2">
            <a:extLst>
              <a:ext uri="{FF2B5EF4-FFF2-40B4-BE49-F238E27FC236}">
                <a16:creationId xmlns:a16="http://schemas.microsoft.com/office/drawing/2014/main" id="{A02C0876-23F7-41FA-9AC9-721097D1A3CD}"/>
              </a:ext>
            </a:extLst>
          </p:cNvPr>
          <p:cNvSpPr>
            <a:spLocks noGrp="1"/>
          </p:cNvSpPr>
          <p:nvPr>
            <p:ph type="body" idx="21" hasCustomPrompt="1"/>
          </p:nvPr>
        </p:nvSpPr>
        <p:spPr>
          <a:xfrm>
            <a:off x="1390120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572D0301-10F1-41B4-BEF8-C53FA4D66214}"/>
              </a:ext>
            </a:extLst>
          </p:cNvPr>
          <p:cNvSpPr>
            <a:spLocks noGrp="1"/>
          </p:cNvSpPr>
          <p:nvPr>
            <p:ph type="body" idx="18" hasCustomPrompt="1"/>
          </p:nvPr>
        </p:nvSpPr>
        <p:spPr>
          <a:xfrm>
            <a:off x="3849262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7" name="Text Placeholder 2">
            <a:extLst>
              <a:ext uri="{FF2B5EF4-FFF2-40B4-BE49-F238E27FC236}">
                <a16:creationId xmlns:a16="http://schemas.microsoft.com/office/drawing/2014/main" id="{7ADEB263-F204-4A78-A5E0-7361EFE0B921}"/>
              </a:ext>
            </a:extLst>
          </p:cNvPr>
          <p:cNvSpPr>
            <a:spLocks noGrp="1"/>
          </p:cNvSpPr>
          <p:nvPr>
            <p:ph type="body" idx="22" hasCustomPrompt="1"/>
          </p:nvPr>
        </p:nvSpPr>
        <p:spPr>
          <a:xfrm>
            <a:off x="3739214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E767B9DE-7410-43CC-90CF-52D67EF03D48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339926" y="3669060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103678F5-B025-46E2-BD45-E77861487165}"/>
              </a:ext>
            </a:extLst>
          </p:cNvPr>
          <p:cNvSpPr>
            <a:spLocks noGrp="1"/>
          </p:cNvSpPr>
          <p:nvPr>
            <p:ph type="body" idx="23" hasCustomPrompt="1"/>
          </p:nvPr>
        </p:nvSpPr>
        <p:spPr>
          <a:xfrm>
            <a:off x="6217963" y="3796721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5" name="Text Placeholder 2">
            <a:extLst>
              <a:ext uri="{FF2B5EF4-FFF2-40B4-BE49-F238E27FC236}">
                <a16:creationId xmlns:a16="http://schemas.microsoft.com/office/drawing/2014/main" id="{E13DFE1F-4534-4828-990E-B052F51FC65C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8759806" y="3654378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7E3F385B-4DD9-4F3C-A02B-179B9FA61292}"/>
              </a:ext>
            </a:extLst>
          </p:cNvPr>
          <p:cNvSpPr>
            <a:spLocks noGrp="1"/>
          </p:cNvSpPr>
          <p:nvPr>
            <p:ph type="body" idx="24" hasCustomPrompt="1"/>
          </p:nvPr>
        </p:nvSpPr>
        <p:spPr>
          <a:xfrm>
            <a:off x="8634432" y="3782039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5" name="Picture Placeholder 10">
            <a:extLst>
              <a:ext uri="{FF2B5EF4-FFF2-40B4-BE49-F238E27FC236}">
                <a16:creationId xmlns:a16="http://schemas.microsoft.com/office/drawing/2014/main" id="{1EBAEB1D-A7F9-4F90-B642-4277D3802BAB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1877176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6" name="Picture Placeholder 10">
            <a:extLst>
              <a:ext uri="{FF2B5EF4-FFF2-40B4-BE49-F238E27FC236}">
                <a16:creationId xmlns:a16="http://schemas.microsoft.com/office/drawing/2014/main" id="{9461A69E-14C8-4325-89AF-D4257C1C05BA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4226270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7" name="Picture Placeholder 10">
            <a:extLst>
              <a:ext uri="{FF2B5EF4-FFF2-40B4-BE49-F238E27FC236}">
                <a16:creationId xmlns:a16="http://schemas.microsoft.com/office/drawing/2014/main" id="{0FB38616-82FB-4DAD-A82E-3777ACB41148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671693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2pPr>
          </a:lstStyle>
          <a:p>
            <a:pPr lvl="0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8" name="Picture Placeholder 10">
            <a:extLst>
              <a:ext uri="{FF2B5EF4-FFF2-40B4-BE49-F238E27FC236}">
                <a16:creationId xmlns:a16="http://schemas.microsoft.com/office/drawing/2014/main" id="{622ED9F4-EB9B-4588-8501-BFECB846EE73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9136814" y="4287711"/>
            <a:ext cx="1066800" cy="1066800"/>
          </a:xfrm>
          <a:solidFill>
            <a:schemeClr val="tx1"/>
          </a:solidFill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buNone/>
              <a:defRPr sz="900">
                <a:solidFill>
                  <a:schemeClr val="bg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54" name="Text Placeholder 2">
            <a:extLst>
              <a:ext uri="{FF2B5EF4-FFF2-40B4-BE49-F238E27FC236}">
                <a16:creationId xmlns:a16="http://schemas.microsoft.com/office/drawing/2014/main" id="{22930C5B-603C-494E-A467-8B394D01D406}"/>
              </a:ext>
            </a:extLst>
          </p:cNvPr>
          <p:cNvSpPr>
            <a:spLocks noGrp="1"/>
          </p:cNvSpPr>
          <p:nvPr>
            <p:ph type="body" idx="25" hasCustomPrompt="1"/>
          </p:nvPr>
        </p:nvSpPr>
        <p:spPr>
          <a:xfrm>
            <a:off x="1500168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2" name="Text Placeholder 2">
            <a:extLst>
              <a:ext uri="{FF2B5EF4-FFF2-40B4-BE49-F238E27FC236}">
                <a16:creationId xmlns:a16="http://schemas.microsoft.com/office/drawing/2014/main" id="{540C455F-A23B-493F-B95E-AB485D91DA6A}"/>
              </a:ext>
            </a:extLst>
          </p:cNvPr>
          <p:cNvSpPr>
            <a:spLocks noGrp="1"/>
          </p:cNvSpPr>
          <p:nvPr>
            <p:ph type="body" idx="33" hasCustomPrompt="1"/>
          </p:nvPr>
        </p:nvSpPr>
        <p:spPr>
          <a:xfrm>
            <a:off x="1390120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9" name="Text Placeholder 2">
            <a:extLst>
              <a:ext uri="{FF2B5EF4-FFF2-40B4-BE49-F238E27FC236}">
                <a16:creationId xmlns:a16="http://schemas.microsoft.com/office/drawing/2014/main" id="{6D1C374C-DAF7-40EF-B279-4EC7A2AFE6A2}"/>
              </a:ext>
            </a:extLst>
          </p:cNvPr>
          <p:cNvSpPr>
            <a:spLocks noGrp="1"/>
          </p:cNvSpPr>
          <p:nvPr>
            <p:ph type="body" idx="30" hasCustomPrompt="1"/>
          </p:nvPr>
        </p:nvSpPr>
        <p:spPr>
          <a:xfrm>
            <a:off x="3849262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3" name="Text Placeholder 2">
            <a:extLst>
              <a:ext uri="{FF2B5EF4-FFF2-40B4-BE49-F238E27FC236}">
                <a16:creationId xmlns:a16="http://schemas.microsoft.com/office/drawing/2014/main" id="{421FF438-E4E8-4643-BCB3-4A1C12429042}"/>
              </a:ext>
            </a:extLst>
          </p:cNvPr>
          <p:cNvSpPr>
            <a:spLocks noGrp="1"/>
          </p:cNvSpPr>
          <p:nvPr>
            <p:ph type="body" idx="34" hasCustomPrompt="1"/>
          </p:nvPr>
        </p:nvSpPr>
        <p:spPr>
          <a:xfrm>
            <a:off x="3739214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0" name="Text Placeholder 2">
            <a:extLst>
              <a:ext uri="{FF2B5EF4-FFF2-40B4-BE49-F238E27FC236}">
                <a16:creationId xmlns:a16="http://schemas.microsoft.com/office/drawing/2014/main" id="{D4FEDD19-A7BA-45BB-93A0-F1E896C9F26D}"/>
              </a:ext>
            </a:extLst>
          </p:cNvPr>
          <p:cNvSpPr>
            <a:spLocks noGrp="1"/>
          </p:cNvSpPr>
          <p:nvPr>
            <p:ph type="body" idx="31" hasCustomPrompt="1"/>
          </p:nvPr>
        </p:nvSpPr>
        <p:spPr>
          <a:xfrm>
            <a:off x="6339926" y="5527896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4" name="Text Placeholder 2">
            <a:extLst>
              <a:ext uri="{FF2B5EF4-FFF2-40B4-BE49-F238E27FC236}">
                <a16:creationId xmlns:a16="http://schemas.microsoft.com/office/drawing/2014/main" id="{A12F0175-7AEE-46B1-9590-D4A427680DC7}"/>
              </a:ext>
            </a:extLst>
          </p:cNvPr>
          <p:cNvSpPr>
            <a:spLocks noGrp="1"/>
          </p:cNvSpPr>
          <p:nvPr>
            <p:ph type="body" idx="35" hasCustomPrompt="1"/>
          </p:nvPr>
        </p:nvSpPr>
        <p:spPr>
          <a:xfrm>
            <a:off x="6229878" y="5655557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1" name="Text Placeholder 2">
            <a:extLst>
              <a:ext uri="{FF2B5EF4-FFF2-40B4-BE49-F238E27FC236}">
                <a16:creationId xmlns:a16="http://schemas.microsoft.com/office/drawing/2014/main" id="{5026D39F-46AB-4680-9A52-F367344A3531}"/>
              </a:ext>
            </a:extLst>
          </p:cNvPr>
          <p:cNvSpPr>
            <a:spLocks noGrp="1"/>
          </p:cNvSpPr>
          <p:nvPr>
            <p:ph type="body" idx="32" hasCustomPrompt="1"/>
          </p:nvPr>
        </p:nvSpPr>
        <p:spPr>
          <a:xfrm>
            <a:off x="8759806" y="5513214"/>
            <a:ext cx="1828800" cy="343061"/>
          </a:xfrm>
        </p:spPr>
        <p:txBody>
          <a:bodyPr anchor="t">
            <a:noAutofit/>
          </a:bodyPr>
          <a:lstStyle>
            <a:lvl1pPr marL="0" indent="0" algn="ctr">
              <a:buNone/>
              <a:defRPr lang="en-US" sz="105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65" name="Text Placeholder 2">
            <a:extLst>
              <a:ext uri="{FF2B5EF4-FFF2-40B4-BE49-F238E27FC236}">
                <a16:creationId xmlns:a16="http://schemas.microsoft.com/office/drawing/2014/main" id="{04E11FE2-6320-4E8C-A5B3-8104AF329ADA}"/>
              </a:ext>
            </a:extLst>
          </p:cNvPr>
          <p:cNvSpPr>
            <a:spLocks noGrp="1"/>
          </p:cNvSpPr>
          <p:nvPr>
            <p:ph type="body" idx="36" hasCustomPrompt="1"/>
          </p:nvPr>
        </p:nvSpPr>
        <p:spPr>
          <a:xfrm>
            <a:off x="8634432" y="5640875"/>
            <a:ext cx="2057400" cy="343061"/>
          </a:xfrm>
        </p:spPr>
        <p:txBody>
          <a:bodyPr anchor="ctr">
            <a:noAutofit/>
          </a:bodyPr>
          <a:lstStyle>
            <a:lvl1pPr marL="0" indent="0" algn="ctr">
              <a:buNone/>
              <a:defRPr lang="en-US" sz="900" kern="1200" spc="150" baseline="0" dirty="0" smtClean="0">
                <a:solidFill>
                  <a:schemeClr val="bg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>
                <a:solidFill>
                  <a:srgbClr val="898989"/>
                </a:solidFill>
              </a:defRPr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B0DFD584-E5CF-41EF-B51E-679CE22DDF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473953"/>
            <a:ext cx="2057400" cy="1647825"/>
          </a:xfrm>
          <a:prstGeom prst="rect">
            <a:avLst/>
          </a:prstGeom>
        </p:spPr>
      </p:pic>
      <p:pic>
        <p:nvPicPr>
          <p:cNvPr id="14" name="Graphic 13">
            <a:extLst>
              <a:ext uri="{FF2B5EF4-FFF2-40B4-BE49-F238E27FC236}">
                <a16:creationId xmlns:a16="http://schemas.microsoft.com/office/drawing/2014/main" id="{E5C02DDF-25A6-42C7-9525-F279CE2095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49000" y="5180889"/>
            <a:ext cx="1143000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9095538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CF3B5C-31C4-46BA-9FAD-72DF917A84D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885156" y="892177"/>
            <a:ext cx="8421688" cy="1325563"/>
          </a:xfrm>
        </p:spPr>
        <p:txBody>
          <a:bodyPr>
            <a:normAutofit/>
          </a:bodyPr>
          <a:lstStyle>
            <a:lvl1pPr algn="ctr">
              <a:defRPr lang="en-US" sz="2800" kern="1200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ADC2540D-94C4-405B-8607-0CEDD6F54B9C}"/>
              </a:ext>
            </a:extLst>
          </p:cNvPr>
          <p:cNvSpPr>
            <a:spLocks noGrp="1"/>
          </p:cNvSpPr>
          <p:nvPr>
            <p:ph sz="quarter" idx="21" hasCustomPrompt="1"/>
          </p:nvPr>
        </p:nvSpPr>
        <p:spPr>
          <a:xfrm>
            <a:off x="107544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659CD1F-9DFB-4048-9B9B-2BD7D4EC64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8200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E43D2F47-FAF2-42C2-967D-251DD4B940D7}"/>
              </a:ext>
            </a:extLst>
          </p:cNvPr>
          <p:cNvSpPr>
            <a:spLocks noGrp="1"/>
          </p:cNvSpPr>
          <p:nvPr>
            <p:ph type="body" idx="17" hasCustomPrompt="1"/>
          </p:nvPr>
        </p:nvSpPr>
        <p:spPr>
          <a:xfrm>
            <a:off x="838200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C9B20CF-6B91-4562-B799-0ABDAEBC0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Content Placeholder 10">
            <a:extLst>
              <a:ext uri="{FF2B5EF4-FFF2-40B4-BE49-F238E27FC236}">
                <a16:creationId xmlns:a16="http://schemas.microsoft.com/office/drawing/2014/main" id="{11C6EC54-ADFA-4CFF-9E9B-DC7E96C854C2}"/>
              </a:ext>
            </a:extLst>
          </p:cNvPr>
          <p:cNvSpPr>
            <a:spLocks noGrp="1"/>
          </p:cNvSpPr>
          <p:nvPr>
            <p:ph sz="quarter" idx="22" hasCustomPrompt="1"/>
          </p:nvPr>
        </p:nvSpPr>
        <p:spPr>
          <a:xfrm>
            <a:off x="380565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74FC39-67F6-42EA-BCD1-F69AE2F0F22D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3562665" y="3788813"/>
            <a:ext cx="2342205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322C250-87FC-4F14-A42C-FFDA120D0D64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562665" y="4464810"/>
            <a:ext cx="2342205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</a:pPr>
            <a:r>
              <a:rPr lang="en-US" dirty="0"/>
              <a:t>CLICK TO EDIT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36EE64B-44BF-4634-97BC-5ED74C6DF28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3562665" y="5120722"/>
            <a:ext cx="2342205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Content Placeholder 10">
            <a:extLst>
              <a:ext uri="{FF2B5EF4-FFF2-40B4-BE49-F238E27FC236}">
                <a16:creationId xmlns:a16="http://schemas.microsoft.com/office/drawing/2014/main" id="{1B6DD41C-FCE2-4AC6-A235-2FF1B905DAAD}"/>
              </a:ext>
            </a:extLst>
          </p:cNvPr>
          <p:cNvSpPr>
            <a:spLocks noGrp="1"/>
          </p:cNvSpPr>
          <p:nvPr>
            <p:ph sz="quarter" idx="23" hasCustomPrompt="1"/>
          </p:nvPr>
        </p:nvSpPr>
        <p:spPr>
          <a:xfrm>
            <a:off x="6530117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21" name="Text Placeholder 2">
            <a:extLst>
              <a:ext uri="{FF2B5EF4-FFF2-40B4-BE49-F238E27FC236}">
                <a16:creationId xmlns:a16="http://schemas.microsoft.com/office/drawing/2014/main" id="{1F60A771-8BBC-4565-AB09-402DA7CB2780}"/>
              </a:ext>
            </a:extLst>
          </p:cNvPr>
          <p:cNvSpPr>
            <a:spLocks noGrp="1"/>
          </p:cNvSpPr>
          <p:nvPr>
            <p:ph type="body" idx="13" hasCustomPrompt="1"/>
          </p:nvPr>
        </p:nvSpPr>
        <p:spPr>
          <a:xfrm>
            <a:off x="6298609" y="3788813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#</a:t>
            </a:r>
          </a:p>
        </p:txBody>
      </p:sp>
      <p:sp>
        <p:nvSpPr>
          <p:cNvPr id="19" name="Text Placeholder 2">
            <a:extLst>
              <a:ext uri="{FF2B5EF4-FFF2-40B4-BE49-F238E27FC236}">
                <a16:creationId xmlns:a16="http://schemas.microsoft.com/office/drawing/2014/main" id="{D3C675D6-83FA-4036-B516-098EDCAF2506}"/>
              </a:ext>
            </a:extLst>
          </p:cNvPr>
          <p:cNvSpPr>
            <a:spLocks noGrp="1"/>
          </p:cNvSpPr>
          <p:nvPr>
            <p:ph type="body" idx="19" hasCustomPrompt="1"/>
          </p:nvPr>
        </p:nvSpPr>
        <p:spPr>
          <a:xfrm>
            <a:off x="6298609" y="4464810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sp>
        <p:nvSpPr>
          <p:cNvPr id="22" name="Content Placeholder 3">
            <a:extLst>
              <a:ext uri="{FF2B5EF4-FFF2-40B4-BE49-F238E27FC236}">
                <a16:creationId xmlns:a16="http://schemas.microsoft.com/office/drawing/2014/main" id="{C464A9BD-B815-4632-8F54-6EB70E48BAFF}"/>
              </a:ext>
            </a:extLst>
          </p:cNvPr>
          <p:cNvSpPr>
            <a:spLocks noGrp="1"/>
          </p:cNvSpPr>
          <p:nvPr>
            <p:ph sz="half" idx="14"/>
          </p:nvPr>
        </p:nvSpPr>
        <p:spPr>
          <a:xfrm>
            <a:off x="6298609" y="5120722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Content Placeholder 10">
            <a:extLst>
              <a:ext uri="{FF2B5EF4-FFF2-40B4-BE49-F238E27FC236}">
                <a16:creationId xmlns:a16="http://schemas.microsoft.com/office/drawing/2014/main" id="{CEB4C3DB-E51E-4479-90C2-DFE5DB4B2482}"/>
              </a:ext>
            </a:extLst>
          </p:cNvPr>
          <p:cNvSpPr>
            <a:spLocks noGrp="1"/>
          </p:cNvSpPr>
          <p:nvPr>
            <p:ph sz="quarter" idx="24" hasCustomPrompt="1"/>
          </p:nvPr>
        </p:nvSpPr>
        <p:spPr>
          <a:xfrm>
            <a:off x="9260321" y="2370670"/>
            <a:ext cx="1856232" cy="1664208"/>
          </a:xfrm>
        </p:spPr>
        <p:txBody>
          <a:bodyPr>
            <a:no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100"/>
            </a:lvl3pPr>
            <a:lvl4pPr marL="1371600" indent="0">
              <a:buNone/>
              <a:defRPr sz="1050"/>
            </a:lvl4pPr>
            <a:lvl5pPr marL="1828800" indent="0">
              <a:buNone/>
              <a:defRPr sz="1050"/>
            </a:lvl5pPr>
          </a:lstStyle>
          <a:p>
            <a:pPr lvl="0"/>
            <a:r>
              <a:rPr lang="en-US" dirty="0"/>
              <a:t>Click to add content</a:t>
            </a:r>
          </a:p>
        </p:txBody>
      </p:sp>
      <p:sp>
        <p:nvSpPr>
          <p:cNvPr id="14" name="Text Placeholder 2">
            <a:extLst>
              <a:ext uri="{FF2B5EF4-FFF2-40B4-BE49-F238E27FC236}">
                <a16:creationId xmlns:a16="http://schemas.microsoft.com/office/drawing/2014/main" id="{84A1E92D-A5BF-4268-BFF3-1418A1F03589}"/>
              </a:ext>
            </a:extLst>
          </p:cNvPr>
          <p:cNvSpPr>
            <a:spLocks noGrp="1"/>
          </p:cNvSpPr>
          <p:nvPr>
            <p:ph type="body" idx="15" hasCustomPrompt="1"/>
          </p:nvPr>
        </p:nvSpPr>
        <p:spPr>
          <a:xfrm>
            <a:off x="9023074" y="3788457"/>
            <a:ext cx="2330726" cy="804859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32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#</a:t>
            </a:r>
          </a:p>
        </p:txBody>
      </p:sp>
      <p:sp>
        <p:nvSpPr>
          <p:cNvPr id="23" name="Text Placeholder 2">
            <a:extLst>
              <a:ext uri="{FF2B5EF4-FFF2-40B4-BE49-F238E27FC236}">
                <a16:creationId xmlns:a16="http://schemas.microsoft.com/office/drawing/2014/main" id="{B6439AAC-8A96-4015-8A87-ED8DF7027B60}"/>
              </a:ext>
            </a:extLst>
          </p:cNvPr>
          <p:cNvSpPr>
            <a:spLocks noGrp="1"/>
          </p:cNvSpPr>
          <p:nvPr>
            <p:ph type="body" idx="20" hasCustomPrompt="1"/>
          </p:nvPr>
        </p:nvSpPr>
        <p:spPr>
          <a:xfrm>
            <a:off x="9023074" y="4464454"/>
            <a:ext cx="2330726" cy="438505"/>
          </a:xfrm>
        </p:spPr>
        <p:txBody>
          <a:bodyPr lIns="0" rIns="0" anchor="b">
            <a:noAutofit/>
          </a:bodyPr>
          <a:lstStyle>
            <a:lvl1pPr marL="0" indent="0" algn="ctr">
              <a:buNone/>
              <a:defRPr lang="en-US" sz="1400" kern="1200" spc="150" baseline="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463D7850-C2A6-43CE-BBE4-8E81A0A593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1238250" cy="1328057"/>
          </a:xfrm>
          <a:prstGeom prst="line">
            <a:avLst/>
          </a:prstGeom>
          <a:ln w="3175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BAD3E03-2E3B-440C-9105-6F9D33006D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flipH="1">
            <a:off x="0" y="0"/>
            <a:ext cx="3790950" cy="892177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Content Placeholder 3">
            <a:extLst>
              <a:ext uri="{FF2B5EF4-FFF2-40B4-BE49-F238E27FC236}">
                <a16:creationId xmlns:a16="http://schemas.microsoft.com/office/drawing/2014/main" id="{492F9083-A886-4EEB-94D6-1FAE6DC33000}"/>
              </a:ext>
            </a:extLst>
          </p:cNvPr>
          <p:cNvSpPr>
            <a:spLocks noGrp="1"/>
          </p:cNvSpPr>
          <p:nvPr>
            <p:ph sz="half" idx="16"/>
          </p:nvPr>
        </p:nvSpPr>
        <p:spPr>
          <a:xfrm>
            <a:off x="9023074" y="5120366"/>
            <a:ext cx="2330726" cy="853167"/>
          </a:xfrm>
        </p:spPr>
        <p:txBody>
          <a:bodyPr lIns="0" rIns="0">
            <a:normAutofit/>
          </a:bodyPr>
          <a:lstStyle>
            <a:lvl1pPr marL="0" indent="0" algn="ctr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lnSpc>
                <a:spcPct val="100000"/>
              </a:lnSpc>
              <a:buNone/>
              <a:defRPr sz="1400" spc="50" baseline="0"/>
            </a:lvl2pPr>
            <a:lvl3pPr marL="914400" indent="0">
              <a:lnSpc>
                <a:spcPct val="100000"/>
              </a:lnSpc>
              <a:buNone/>
              <a:defRPr sz="1400" spc="50" baseline="0"/>
            </a:lvl3pPr>
            <a:lvl4pPr marL="1371600" indent="0">
              <a:lnSpc>
                <a:spcPct val="100000"/>
              </a:lnSpc>
              <a:buNone/>
              <a:defRPr sz="1400" spc="50" baseline="0"/>
            </a:lvl4pPr>
            <a:lvl5pPr marL="1828800" indent="0">
              <a:lnSpc>
                <a:spcPct val="100000"/>
              </a:lnSpc>
              <a:buNone/>
              <a:defRPr sz="1400" spc="50" baseline="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255C16C-AA88-4BBF-8040-11ECFED618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BE560E3-F935-488F-8F0E-191D7B6B54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B9CD8B2-CC23-467F-B0EE-2CC06D6308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8669631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ummar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A3821F-4537-4AE7-8829-C2E3AE60F6E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76875" y="1671639"/>
            <a:ext cx="5111750" cy="1204912"/>
          </a:xfrm>
        </p:spPr>
        <p:txBody>
          <a:bodyPr anchor="b">
            <a:normAutofit/>
          </a:bodyPr>
          <a:lstStyle>
            <a:lvl1pPr>
              <a:defRPr lang="en-US" sz="2800" kern="1200" cap="all" spc="150" baseline="0" dirty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D4279-EA62-4397-878A-73F4948DB17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76875" y="3682546"/>
            <a:ext cx="5111750" cy="1525588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D87F08D6-2CA7-4A5A-BE34-07113DCA535D}"/>
              </a:ext>
            </a:extLst>
          </p:cNvPr>
          <p:cNvCxnSpPr>
            <a:cxnSpLocks/>
          </p:cNvCxnSpPr>
          <p:nvPr/>
        </p:nvCxnSpPr>
        <p:spPr>
          <a:xfrm flipH="1" flipV="1">
            <a:off x="0" y="876300"/>
            <a:ext cx="4762500" cy="1628775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A768C87F-B9C3-4DFF-8454-F3F52CE4346B}"/>
              </a:ext>
            </a:extLst>
          </p:cNvPr>
          <p:cNvCxnSpPr>
            <a:cxnSpLocks/>
          </p:cNvCxnSpPr>
          <p:nvPr/>
        </p:nvCxnSpPr>
        <p:spPr>
          <a:xfrm flipH="1" flipV="1">
            <a:off x="2638425" y="0"/>
            <a:ext cx="2124076" cy="5186363"/>
          </a:xfrm>
          <a:prstGeom prst="line">
            <a:avLst/>
          </a:prstGeom>
          <a:ln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Date Placeholder 6">
            <a:extLst>
              <a:ext uri="{FF2B5EF4-FFF2-40B4-BE49-F238E27FC236}">
                <a16:creationId xmlns:a16="http://schemas.microsoft.com/office/drawing/2014/main" id="{71F34533-9677-48AF-9374-976825F4BB7E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382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22" name="Footer Placeholder 7">
            <a:extLst>
              <a:ext uri="{FF2B5EF4-FFF2-40B4-BE49-F238E27FC236}">
                <a16:creationId xmlns:a16="http://schemas.microsoft.com/office/drawing/2014/main" id="{4FAB8A26-B99E-4F96-8327-A932A14F2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038600" y="6356350"/>
            <a:ext cx="4114800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24" name="Slide Number Placeholder 8">
            <a:extLst>
              <a:ext uri="{FF2B5EF4-FFF2-40B4-BE49-F238E27FC236}">
                <a16:creationId xmlns:a16="http://schemas.microsoft.com/office/drawing/2014/main" id="{EB0962D2-BCC3-48AB-A769-2A7327D29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163167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00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losing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5B3628-62D7-4A6D-A79F-34DE91DBA31E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267200" y="1615736"/>
            <a:ext cx="4179570" cy="1524735"/>
          </a:xfrm>
        </p:spPr>
        <p:txBody>
          <a:bodyPr anchor="b">
            <a:noAutofit/>
          </a:bodyPr>
          <a:lstStyle>
            <a:lvl1pPr algn="l">
              <a:defRPr sz="3200" spc="1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5457758-A125-4CEA-A3D5-CBD010417B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267200" y="3238103"/>
            <a:ext cx="4179570" cy="2004161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buNone/>
              <a:defRPr sz="1400" spc="5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ED3361C9-310A-4255-A94E-B77588962DA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3176938" cy="6858000"/>
          </a:xfrm>
          <a:prstGeom prst="rect">
            <a:avLst/>
          </a:prstGeom>
        </p:spPr>
      </p:pic>
      <p:sp>
        <p:nvSpPr>
          <p:cNvPr id="9" name="Date Placeholder 6">
            <a:extLst>
              <a:ext uri="{FF2B5EF4-FFF2-40B4-BE49-F238E27FC236}">
                <a16:creationId xmlns:a16="http://schemas.microsoft.com/office/drawing/2014/main" id="{BF358517-D7B7-40D0-A9D0-B650C80898A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267200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10" name="Footer Placeholder 7">
            <a:extLst>
              <a:ext uri="{FF2B5EF4-FFF2-40B4-BE49-F238E27FC236}">
                <a16:creationId xmlns:a16="http://schemas.microsoft.com/office/drawing/2014/main" id="{6026D44C-0B39-4DE1-A0FC-5615DDAAE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6479721" y="6356350"/>
            <a:ext cx="2661557" cy="365125"/>
          </a:xfrm>
        </p:spPr>
        <p:txBody>
          <a:bodyPr/>
          <a:lstStyle>
            <a:lvl1pPr>
              <a:defRPr sz="900"/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11" name="Slide Number Placeholder 8">
            <a:extLst>
              <a:ext uri="{FF2B5EF4-FFF2-40B4-BE49-F238E27FC236}">
                <a16:creationId xmlns:a16="http://schemas.microsoft.com/office/drawing/2014/main" id="{0F8222B4-B618-42C4-8BDB-D2E4DF2F22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579428" y="6356350"/>
            <a:ext cx="1774371" cy="365125"/>
          </a:xfrm>
        </p:spPr>
        <p:txBody>
          <a:bodyPr/>
          <a:lstStyle>
            <a:lvl1pPr>
              <a:defRPr sz="900"/>
            </a:lvl1pPr>
          </a:lstStyle>
          <a:p>
            <a:fld id="{B5CEABB6-07DC-46E8-9B57-56EC44A396E5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3551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F4C17E5-24ED-44BC-BA50-02EF903552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833D101-3AF0-4F06-90ED-B83615C36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2AE9FDE-AF95-49F8-A927-35A23C9E65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20XX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E900D-8FF9-4E80-860D-89C2D3B4E4E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Pitch Deck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A66A0C-1415-46A3-A1FF-BE18C70873E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CEABB6-07DC-46E8-9B57-56EC44A396E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284521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70" r:id="rId3"/>
    <p:sldLayoutId id="2147483688" r:id="rId4"/>
    <p:sldLayoutId id="2147483694" r:id="rId5"/>
    <p:sldLayoutId id="2147483697" r:id="rId6"/>
    <p:sldLayoutId id="2147483673" r:id="rId7"/>
    <p:sldLayoutId id="2147483676" r:id="rId8"/>
    <p:sldLayoutId id="2147483672" r:id="rId9"/>
    <p:sldLayoutId id="2147483699" r:id="rId10"/>
    <p:sldLayoutId id="2147483671" r:id="rId11"/>
    <p:sldLayoutId id="2147483700" r:id="rId12"/>
    <p:sldLayoutId id="2147483692" r:id="rId13"/>
    <p:sldLayoutId id="2147483681" r:id="rId14"/>
    <p:sldLayoutId id="2147483674" r:id="rId15"/>
    <p:sldLayoutId id="2147483675" r:id="rId16"/>
    <p:sldLayoutId id="2147483696" r:id="rId17"/>
    <p:sldLayoutId id="2147483677" r:id="rId18"/>
    <p:sldLayoutId id="2147483678" r:id="rId19"/>
  </p:sldLayoutIdLst>
  <p:hf hd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 cap="all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jpg"/><Relationship Id="rId1" Type="http://schemas.openxmlformats.org/officeDocument/2006/relationships/slideLayout" Target="../slideLayouts/slideLayout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6815C6-3AD0-46E6-A74A-1967BD91AF5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26836" y="1572492"/>
            <a:ext cx="13679055" cy="1856508"/>
          </a:xfrm>
        </p:spPr>
        <p:txBody>
          <a:bodyPr/>
          <a:lstStyle/>
          <a:p>
            <a:br>
              <a:rPr lang="en-US" sz="2800" dirty="0"/>
            </a:br>
            <a:r>
              <a:rPr lang="en-US" sz="2800" dirty="0">
                <a:solidFill>
                  <a:srgbClr val="666666"/>
                </a:solidFill>
                <a:latin typeface="Noto Sans" pitchFamily="34" charset="0"/>
                <a:ea typeface="Noto Sans" pitchFamily="34" charset="-122"/>
                <a:cs typeface="Noto Sans" pitchFamily="34" charset="-120"/>
              </a:rPr>
              <a:t>A Robust  Solution for Warranty Management </a:t>
            </a:r>
            <a:br>
              <a:rPr lang="en-US" dirty="0"/>
            </a:br>
            <a:endParaRPr lang="en-US" dirty="0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5042E77C-B91C-F81C-EFDD-C097566C33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096738" y="4602308"/>
            <a:ext cx="2769969" cy="1484168"/>
          </a:xfrm>
        </p:spPr>
        <p:txBody>
          <a:bodyPr>
            <a:normAutofit fontScale="92500" lnSpcReduction="20000"/>
          </a:bodyPr>
          <a:lstStyle/>
          <a:p>
            <a:r>
              <a:rPr lang="en-IN" sz="2000" b="1" dirty="0"/>
              <a:t>Presented by -</a:t>
            </a:r>
          </a:p>
          <a:p>
            <a:r>
              <a:rPr lang="en-IN" sz="2000" b="1" dirty="0" err="1"/>
              <a:t>Rasuri</a:t>
            </a:r>
            <a:r>
              <a:rPr lang="en-IN" sz="2000" b="1" dirty="0"/>
              <a:t> Vignesh</a:t>
            </a:r>
          </a:p>
          <a:p>
            <a:r>
              <a:rPr lang="en-IN" sz="2000" b="1" dirty="0" err="1"/>
              <a:t>Jobh</a:t>
            </a:r>
            <a:r>
              <a:rPr lang="en-IN" sz="2000" b="1" dirty="0"/>
              <a:t> </a:t>
            </a:r>
            <a:r>
              <a:rPr lang="en-IN" sz="2000" b="1" dirty="0" err="1"/>
              <a:t>kumar</a:t>
            </a:r>
            <a:r>
              <a:rPr lang="en-IN" sz="2000" b="1" dirty="0"/>
              <a:t> Abhishek</a:t>
            </a:r>
          </a:p>
          <a:p>
            <a:r>
              <a:rPr lang="en-IN" sz="2000" b="1" dirty="0"/>
              <a:t>Leehan Thulluri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3753190-B969-520B-A4C1-55D500751B29}"/>
              </a:ext>
            </a:extLst>
          </p:cNvPr>
          <p:cNvSpPr txBox="1"/>
          <p:nvPr/>
        </p:nvSpPr>
        <p:spPr>
          <a:xfrm>
            <a:off x="3851564" y="701964"/>
            <a:ext cx="441498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/>
              <a:t>Warranty hub</a:t>
            </a:r>
            <a:endParaRPr lang="en-IN" sz="5400" dirty="0"/>
          </a:p>
        </p:txBody>
      </p:sp>
    </p:spTree>
    <p:extLst>
      <p:ext uri="{BB962C8B-B14F-4D97-AF65-F5344CB8AC3E}">
        <p14:creationId xmlns:p14="http://schemas.microsoft.com/office/powerpoint/2010/main" val="1642425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Date Placeholder 19">
            <a:extLst>
              <a:ext uri="{FF2B5EF4-FFF2-40B4-BE49-F238E27FC236}">
                <a16:creationId xmlns:a16="http://schemas.microsoft.com/office/drawing/2014/main" id="{A74D661B-510C-4CF2-BF77-3EAFB649883D}"/>
              </a:ext>
            </a:extLst>
          </p:cNvPr>
          <p:cNvSpPr>
            <a:spLocks noGrp="1"/>
          </p:cNvSpPr>
          <p:nvPr>
            <p:ph type="dt" sz="half" idx="20"/>
          </p:nvPr>
        </p:nvSpPr>
        <p:spPr>
          <a:xfrm>
            <a:off x="3407603" y="7562155"/>
            <a:ext cx="947516" cy="365125"/>
          </a:xfrm>
        </p:spPr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21" name="Footer Placeholder 20">
            <a:extLst>
              <a:ext uri="{FF2B5EF4-FFF2-40B4-BE49-F238E27FC236}">
                <a16:creationId xmlns:a16="http://schemas.microsoft.com/office/drawing/2014/main" id="{7E44CAC0-3B5A-49F6-A2CB-0BC80D111A87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>
          <a:xfrm>
            <a:off x="4649878" y="7562155"/>
            <a:ext cx="3243942" cy="365125"/>
          </a:xfrm>
        </p:spPr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22" name="Slide Number Placeholder 21">
            <a:extLst>
              <a:ext uri="{FF2B5EF4-FFF2-40B4-BE49-F238E27FC236}">
                <a16:creationId xmlns:a16="http://schemas.microsoft.com/office/drawing/2014/main" id="{5D1BD041-3428-4D62-934F-F3FF6D36F90F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>
          <a:xfrm>
            <a:off x="8188579" y="7562155"/>
            <a:ext cx="653143" cy="365125"/>
          </a:xfrm>
        </p:spPr>
        <p:txBody>
          <a:bodyPr/>
          <a:lstStyle/>
          <a:p>
            <a:fld id="{B5CEABB6-07DC-46E8-9B57-56EC44A396E5}" type="slidenum">
              <a:rPr lang="en-US" smtClean="0"/>
              <a:pPr/>
              <a:t>2</a:t>
            </a:fld>
            <a:endParaRPr lang="en-US" dirty="0"/>
          </a:p>
        </p:txBody>
      </p: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CC825FCF-FD1A-6FDD-8DE3-5DA20A77ED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72610205"/>
              </p:ext>
            </p:extLst>
          </p:nvPr>
        </p:nvGraphicFramePr>
        <p:xfrm>
          <a:off x="322071" y="3772023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358649600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IN" b="1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0208728"/>
                  </a:ext>
                </a:extLst>
              </a:tr>
            </a:tbl>
          </a:graphicData>
        </a:graphic>
      </p:graphicFrame>
      <p:graphicFrame>
        <p:nvGraphicFramePr>
          <p:cNvPr id="43" name="Table 42">
            <a:extLst>
              <a:ext uri="{FF2B5EF4-FFF2-40B4-BE49-F238E27FC236}">
                <a16:creationId xmlns:a16="http://schemas.microsoft.com/office/drawing/2014/main" id="{80919CB8-EA96-B941-0A80-5FE1B6BF5B8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0432755"/>
              </p:ext>
            </p:extLst>
          </p:nvPr>
        </p:nvGraphicFramePr>
        <p:xfrm>
          <a:off x="3881361" y="5394039"/>
          <a:ext cx="10515600" cy="365760"/>
        </p:xfrm>
        <a:graphic>
          <a:graphicData uri="http://schemas.openxmlformats.org/drawingml/2006/table">
            <a:tbl>
              <a:tblPr/>
              <a:tblGrid>
                <a:gridCol w="10515600">
                  <a:extLst>
                    <a:ext uri="{9D8B030D-6E8A-4147-A177-3AD203B41FA5}">
                      <a16:colId xmlns:a16="http://schemas.microsoft.com/office/drawing/2014/main" val="54466498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endParaRPr lang="en-US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53055363"/>
                  </a:ext>
                </a:extLst>
              </a:tr>
            </a:tbl>
          </a:graphicData>
        </a:graphic>
      </p:graphicFrame>
      <p:sp>
        <p:nvSpPr>
          <p:cNvPr id="45" name="TextBox 44">
            <a:extLst>
              <a:ext uri="{FF2B5EF4-FFF2-40B4-BE49-F238E27FC236}">
                <a16:creationId xmlns:a16="http://schemas.microsoft.com/office/drawing/2014/main" id="{E8FC3406-B123-676C-DDF6-E1C7E4FC5692}"/>
              </a:ext>
            </a:extLst>
          </p:cNvPr>
          <p:cNvSpPr txBox="1"/>
          <p:nvPr/>
        </p:nvSpPr>
        <p:spPr>
          <a:xfrm>
            <a:off x="683473" y="1163463"/>
            <a:ext cx="6759546" cy="38779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In today’s digital world, individuals purchase multiple electronic and household devices from various brands. However, managing their warranties, maintenance records, and receipts remains a scattered and manual process.</a:t>
            </a:r>
          </a:p>
          <a:p>
            <a:endParaRPr lang="en-US" sz="2400" dirty="0"/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No centralized solution exists to manage warranties across different brands.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Warranty documents and receipts are often lost or misplaced.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Users forget warranty expiration dates and miss free service opportunities.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Documents are spread across emails, paper copies, or brand-specific portals.</a:t>
            </a:r>
          </a:p>
          <a:p>
            <a:endParaRPr lang="en-IN" sz="2400" dirty="0"/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D0A06806-5F2A-5291-173E-C1AB9528F76E}"/>
              </a:ext>
            </a:extLst>
          </p:cNvPr>
          <p:cNvSpPr txBox="1"/>
          <p:nvPr/>
        </p:nvSpPr>
        <p:spPr>
          <a:xfrm>
            <a:off x="322071" y="393902"/>
            <a:ext cx="7202128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dirty="0">
                <a:latin typeface="+mj-lt"/>
              </a:rPr>
              <a:t>🧩</a:t>
            </a:r>
            <a:r>
              <a:rPr lang="en-IN" sz="3000" b="1" dirty="0">
                <a:latin typeface="+mj-lt"/>
              </a:rPr>
              <a:t>Problem</a:t>
            </a:r>
            <a:endParaRPr lang="en-IN" sz="3000" dirty="0">
              <a:latin typeface="+mj-lt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DB6528F4-C6BB-15D6-C82E-CB3D6A1FC8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21264" y="1516055"/>
            <a:ext cx="5099371" cy="407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49418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A869D2A-7373-1C30-A382-E64E50B3928F}"/>
              </a:ext>
            </a:extLst>
          </p:cNvPr>
          <p:cNvSpPr txBox="1"/>
          <p:nvPr/>
        </p:nvSpPr>
        <p:spPr>
          <a:xfrm>
            <a:off x="5354425" y="1363682"/>
            <a:ext cx="6641577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Cloud Storage for Warranty Documents</a:t>
            </a:r>
          </a:p>
          <a:p>
            <a:r>
              <a:rPr lang="en-US" dirty="0"/>
              <a:t>Store warranty documents securely in the cloud, eliminating the need to search through physical documents when repairs are needed.</a:t>
            </a:r>
          </a:p>
          <a:p>
            <a:r>
              <a:rPr lang="en-US" b="1" dirty="0"/>
              <a:t>Comprehensive Device Management</a:t>
            </a:r>
          </a:p>
          <a:p>
            <a:r>
              <a:rPr lang="en-US" dirty="0"/>
              <a:t>Display and manage all household devices in one </a:t>
            </a:r>
            <a:r>
              <a:rPr lang="en-US" dirty="0" err="1"/>
              <a:t>centralised</a:t>
            </a:r>
            <a:r>
              <a:rPr lang="en-US" dirty="0"/>
              <a:t> location for better </a:t>
            </a:r>
            <a:r>
              <a:rPr lang="en-US" dirty="0" err="1"/>
              <a:t>organisation</a:t>
            </a:r>
            <a:r>
              <a:rPr lang="en-US" dirty="0"/>
              <a:t> and tracking.</a:t>
            </a:r>
          </a:p>
          <a:p>
            <a:r>
              <a:rPr lang="en-US" b="1" dirty="0"/>
              <a:t>Repair History Tracking</a:t>
            </a:r>
          </a:p>
          <a:p>
            <a:r>
              <a:rPr lang="en-US" dirty="0"/>
              <a:t>Record and track repair history for each device to maintain a comprehensive maintenance record.</a:t>
            </a:r>
          </a:p>
          <a:p>
            <a:r>
              <a:rPr lang="en-US" b="1" dirty="0"/>
              <a:t>Expense Monitoring</a:t>
            </a:r>
          </a:p>
          <a:p>
            <a:r>
              <a:rPr lang="en-US" dirty="0"/>
              <a:t>Track annual expenses related to device maintenance and repairs for better financial planning.</a:t>
            </a:r>
          </a:p>
          <a:p>
            <a:endParaRPr lang="en-IN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92E03FC-E594-D1F8-EB96-383A1934D175}"/>
              </a:ext>
            </a:extLst>
          </p:cNvPr>
          <p:cNvSpPr txBox="1"/>
          <p:nvPr/>
        </p:nvSpPr>
        <p:spPr>
          <a:xfrm>
            <a:off x="781819" y="570711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dirty="0">
                <a:latin typeface="+mj-lt"/>
              </a:rPr>
              <a:t>💡</a:t>
            </a:r>
            <a:r>
              <a:rPr lang="en-IN" sz="3000" b="1" dirty="0">
                <a:latin typeface="+mj-lt"/>
              </a:rPr>
              <a:t>Objective</a:t>
            </a:r>
            <a:endParaRPr lang="en-IN" sz="3000" dirty="0">
              <a:latin typeface="+mj-lt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0A867D-1347-98A3-3279-C9E9B2F6FE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767" y="1752125"/>
            <a:ext cx="4750277" cy="29276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44761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9EA23-F34E-486A-B8B2-0C30192669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2669886" y="6356349"/>
            <a:ext cx="2482842" cy="365125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8F602C-7F98-4C02-99D4-ED65E00D66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536305" y="6356350"/>
            <a:ext cx="987552" cy="365125"/>
          </a:xfrm>
        </p:spPr>
        <p:txBody>
          <a:bodyPr/>
          <a:lstStyle/>
          <a:p>
            <a:fld id="{19B51A1E-902D-48AF-9020-955120F399B6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ABC156-5DA3-E4DA-8C65-1ED386DD977E}"/>
              </a:ext>
            </a:extLst>
          </p:cNvPr>
          <p:cNvSpPr txBox="1"/>
          <p:nvPr/>
        </p:nvSpPr>
        <p:spPr>
          <a:xfrm>
            <a:off x="606541" y="562919"/>
            <a:ext cx="753872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methodology</a:t>
            </a:r>
            <a:endParaRPr lang="en-IN" sz="2800" b="1"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996EA4B3-962C-24E2-F74A-D5CA2699310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8460" y="1493070"/>
            <a:ext cx="7125694" cy="4572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494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Box 14">
            <a:extLst>
              <a:ext uri="{FF2B5EF4-FFF2-40B4-BE49-F238E27FC236}">
                <a16:creationId xmlns:a16="http://schemas.microsoft.com/office/drawing/2014/main" id="{7CA15CB6-E7F1-D1AF-E8ED-A63EDF9D27A9}"/>
              </a:ext>
            </a:extLst>
          </p:cNvPr>
          <p:cNvSpPr txBox="1"/>
          <p:nvPr/>
        </p:nvSpPr>
        <p:spPr>
          <a:xfrm>
            <a:off x="698091" y="405270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dirty="0">
                <a:latin typeface="+mj-lt"/>
              </a:rPr>
              <a:t>literature Review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C09393A-B06C-B2ED-2B53-EDBE1481AA61}"/>
              </a:ext>
            </a:extLst>
          </p:cNvPr>
          <p:cNvSpPr txBox="1"/>
          <p:nvPr/>
        </p:nvSpPr>
        <p:spPr>
          <a:xfrm>
            <a:off x="1097280" y="1902003"/>
            <a:ext cx="9051904" cy="426783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125"/>
              </a:spcAft>
              <a:buNone/>
            </a:pPr>
            <a:r>
              <a:rPr lang="en-US" b="1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Reliance Digital</a:t>
            </a:r>
          </a:p>
          <a:p>
            <a:pPr algn="l">
              <a:spcAft>
                <a:spcPts val="1125"/>
              </a:spcAft>
              <a:buNone/>
            </a:pPr>
            <a: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Offers brand-specific warranty tracking limited to products purchased from Reliance. Stores buyer and device data in a closed ecosystem.</a:t>
            </a:r>
          </a:p>
          <a:p>
            <a:pPr algn="l">
              <a:spcAft>
                <a:spcPts val="1125"/>
              </a:spcAft>
              <a:buNone/>
            </a:pPr>
            <a:r>
              <a:rPr lang="en-US" b="1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Croma</a:t>
            </a:r>
          </a:p>
          <a:p>
            <a:pPr algn="l">
              <a:spcAft>
                <a:spcPts val="1125"/>
              </a:spcAft>
              <a:buNone/>
            </a:pPr>
            <a: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Provides warranty management for Croma products only. Users must maintain separate accounts for different retailers.</a:t>
            </a:r>
          </a:p>
          <a:p>
            <a:pPr algn="l">
              <a:spcAft>
                <a:spcPts val="1125"/>
              </a:spcAft>
              <a:buNone/>
            </a:pPr>
            <a:r>
              <a:rPr lang="en-US" b="1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Key Limitations</a:t>
            </a:r>
          </a:p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Brand/retailer-specific solutions only</a:t>
            </a:r>
          </a:p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No cross-brand warranty management</a:t>
            </a:r>
          </a:p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Limited home device organization features</a:t>
            </a:r>
          </a:p>
          <a:p>
            <a:pPr algn="l">
              <a:spcAft>
                <a:spcPts val="1125"/>
              </a:spcAft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No comprehensive expense tracking</a:t>
            </a:r>
          </a:p>
        </p:txBody>
      </p:sp>
    </p:spTree>
    <p:extLst>
      <p:ext uri="{BB962C8B-B14F-4D97-AF65-F5344CB8AC3E}">
        <p14:creationId xmlns:p14="http://schemas.microsoft.com/office/powerpoint/2010/main" val="15404430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645BCF-78F9-44A9-E0E8-74DD4FA41B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760208"/>
          </a:xfrm>
        </p:spPr>
        <p:txBody>
          <a:bodyPr/>
          <a:lstStyle/>
          <a:p>
            <a:r>
              <a:rPr lang="en-US" b="1" dirty="0">
                <a:solidFill>
                  <a:srgbClr val="003B3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Architectural Flow: API Interactions</a:t>
            </a:r>
            <a:br>
              <a:rPr lang="en-US" dirty="0"/>
            </a:br>
            <a:endParaRPr lang="en-IN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A343FB-6437-6FEB-C542-348EBF25DB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350932-EF09-5341-B868-7CC0614C95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51E46D-F1B5-07F0-809F-4B37BB8EE0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6</a:t>
            </a:fld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91F16D1B-FB69-7293-B43D-D8D50002CF5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326" y="1540871"/>
            <a:ext cx="12033348" cy="4520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935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082275C-C638-07A6-083D-DB2455BE7A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408CB2-DAAC-2EB9-AF63-6347594421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4158B4-16CC-1DA7-291F-A048EE30F0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7</a:t>
            </a:fld>
            <a:endParaRPr lang="en-US" dirty="0"/>
          </a:p>
        </p:txBody>
      </p:sp>
      <p:pic>
        <p:nvPicPr>
          <p:cNvPr id="14" name="Content Placeholder 7">
            <a:extLst>
              <a:ext uri="{FF2B5EF4-FFF2-40B4-BE49-F238E27FC236}">
                <a16:creationId xmlns:a16="http://schemas.microsoft.com/office/drawing/2014/main" id="{99D0099A-8CEA-E835-A6D7-F16570B50F4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898" y="254182"/>
            <a:ext cx="5668143" cy="2895259"/>
          </a:xfrm>
          <a:prstGeom prst="rect">
            <a:avLst/>
          </a:prstGeom>
        </p:spPr>
      </p:pic>
      <p:pic>
        <p:nvPicPr>
          <p:cNvPr id="15" name="Content Placeholder 6">
            <a:extLst>
              <a:ext uri="{FF2B5EF4-FFF2-40B4-BE49-F238E27FC236}">
                <a16:creationId xmlns:a16="http://schemas.microsoft.com/office/drawing/2014/main" id="{994AACA1-F02C-99FD-2963-612F453E31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3957" y="3268926"/>
            <a:ext cx="6577055" cy="33348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36609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TextBox 25">
            <a:extLst>
              <a:ext uri="{FF2B5EF4-FFF2-40B4-BE49-F238E27FC236}">
                <a16:creationId xmlns:a16="http://schemas.microsoft.com/office/drawing/2014/main" id="{462A324F-0A20-7041-EF10-8F7B60178B31}"/>
              </a:ext>
            </a:extLst>
          </p:cNvPr>
          <p:cNvSpPr txBox="1"/>
          <p:nvPr/>
        </p:nvSpPr>
        <p:spPr>
          <a:xfrm>
            <a:off x="658762" y="354413"/>
            <a:ext cx="6096000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3000" dirty="0"/>
              <a:t>novelty</a:t>
            </a:r>
            <a:endParaRPr lang="en-IN" sz="2800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AC59711-C07D-8DD4-842B-1B4055B92B56}"/>
              </a:ext>
            </a:extLst>
          </p:cNvPr>
          <p:cNvSpPr txBox="1"/>
          <p:nvPr/>
        </p:nvSpPr>
        <p:spPr>
          <a:xfrm>
            <a:off x="619760" y="1251481"/>
            <a:ext cx="10005362" cy="21775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None/>
            </a:pPr>
            <a:r>
              <a:rPr lang="en-US" b="1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Home-Centric Approach</a:t>
            </a:r>
          </a:p>
          <a:p>
            <a:pPr algn="l">
              <a:spcAft>
                <a:spcPts val="1125"/>
              </a:spcAft>
              <a:buNone/>
            </a:pPr>
            <a: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Designed for Households</a:t>
            </a:r>
          </a:p>
          <a:p>
            <a:pPr algn="l">
              <a:spcAft>
                <a:spcPts val="1125"/>
              </a:spcAft>
              <a:buNone/>
            </a:pPr>
            <a: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Unlike company-specific solutions, </a:t>
            </a:r>
            <a:r>
              <a:rPr lang="en-US" b="0" i="0" dirty="0" err="1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WarrantyHub</a:t>
            </a:r>
            <a: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 is designed specifically for home users to manage all their devices regardless of brand.</a:t>
            </a:r>
          </a:p>
          <a:p>
            <a:pPr algn="l">
              <a:spcAft>
                <a:spcPts val="1125"/>
              </a:spcAft>
              <a:buNone/>
            </a:pPr>
            <a: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Cross-Brand Integration</a:t>
            </a:r>
          </a:p>
          <a:p>
            <a:pPr algn="l">
              <a:spcAft>
                <a:spcPts val="1125"/>
              </a:spcAft>
              <a:buNone/>
            </a:pPr>
            <a:r>
              <a:rPr lang="en-US" b="0" i="0" dirty="0">
                <a:solidFill>
                  <a:srgbClr val="212121"/>
                </a:solidFill>
                <a:effectLst/>
                <a:latin typeface="Roboto" panose="02000000000000000000" pitchFamily="2" charset="0"/>
              </a:rPr>
              <a:t>Consolidates warranty information from multiple manufacturers in one centralized platform.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1B782FA-19C2-14C8-D5DD-46DAEDA4E6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99764" y="3575845"/>
            <a:ext cx="5810053" cy="29630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47002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60115F-EE50-B54F-57CE-8349325CA1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81461" y="2240392"/>
            <a:ext cx="8421688" cy="1325563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  <p:sp>
        <p:nvSpPr>
          <p:cNvPr id="19" name="Date Placeholder 18">
            <a:extLst>
              <a:ext uri="{FF2B5EF4-FFF2-40B4-BE49-F238E27FC236}">
                <a16:creationId xmlns:a16="http://schemas.microsoft.com/office/drawing/2014/main" id="{1BFE2A74-22E3-8628-ABE1-85A38F0B2E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20XX</a:t>
            </a:r>
            <a:endParaRPr lang="en-US" dirty="0"/>
          </a:p>
        </p:txBody>
      </p:sp>
      <p:sp>
        <p:nvSpPr>
          <p:cNvPr id="20" name="Footer Placeholder 19">
            <a:extLst>
              <a:ext uri="{FF2B5EF4-FFF2-40B4-BE49-F238E27FC236}">
                <a16:creationId xmlns:a16="http://schemas.microsoft.com/office/drawing/2014/main" id="{52D1ADE7-ED37-A085-909C-E9B6EF22D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Pitch Deck</a:t>
            </a:r>
            <a:endParaRPr lang="en-US" dirty="0"/>
          </a:p>
        </p:txBody>
      </p:sp>
      <p:sp>
        <p:nvSpPr>
          <p:cNvPr id="21" name="Slide Number Placeholder 20">
            <a:extLst>
              <a:ext uri="{FF2B5EF4-FFF2-40B4-BE49-F238E27FC236}">
                <a16:creationId xmlns:a16="http://schemas.microsoft.com/office/drawing/2014/main" id="{2BD1A840-FD01-691A-CEF4-978E3FF3E2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EABB6-07DC-46E8-9B57-56EC44A396E5}" type="slidenum">
              <a:rPr lang="en-US" smtClean="0"/>
              <a:t>9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552F5AB-B641-11D4-9E9E-2109C76DAD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305"/>
            <a:ext cx="12192000" cy="68803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0156656"/>
      </p:ext>
    </p:extLst>
  </p:cSld>
  <p:clrMapOvr>
    <a:masterClrMapping/>
  </p:clrMapOvr>
</p:sld>
</file>

<file path=ppt/theme/theme1.xml><?xml version="1.0" encoding="utf-8"?>
<a:theme xmlns:a="http://schemas.openxmlformats.org/drawingml/2006/main" name="Monoline">
  <a:themeElements>
    <a:clrScheme name="Custom 16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FBF4EF"/>
      </a:accent1>
      <a:accent2>
        <a:srgbClr val="F7F6F3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Custom 56">
      <a:majorFont>
        <a:latin typeface="Tenorite"/>
        <a:ea typeface=""/>
        <a:cs typeface=""/>
      </a:majorFont>
      <a:minorFont>
        <a:latin typeface="Tenorit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56180624 Minimalist light sales pitch_Win32_v3" id="{10980D2D-A96C-4E9B-A00E-81C4CAF0ABBD}" vid="{7928933E-F394-4192-9CD9-6D2A259AB57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EFFFA3F-0FB5-4ED3-8906-A15B16577F44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4E18436D-DA32-4E27-AC64-8FFEDA5218F9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6966C46A-DC57-4209-80CD-9FE6C93151F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>Minimalist light sales pitch</Template>
  <TotalTime>687</TotalTime>
  <Words>310</Words>
  <Application>Microsoft Office PowerPoint</Application>
  <PresentationFormat>Widescreen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Inter</vt:lpstr>
      <vt:lpstr>Noto Sans</vt:lpstr>
      <vt:lpstr>Roboto</vt:lpstr>
      <vt:lpstr>Tenorite</vt:lpstr>
      <vt:lpstr>Monoline</vt:lpstr>
      <vt:lpstr> A Robust  Solution for Warranty Management  </vt:lpstr>
      <vt:lpstr>PowerPoint Presentation</vt:lpstr>
      <vt:lpstr>PowerPoint Presentation</vt:lpstr>
      <vt:lpstr>PowerPoint Presentation</vt:lpstr>
      <vt:lpstr>PowerPoint Presentation</vt:lpstr>
      <vt:lpstr>Architectural Flow: API Interactions </vt:lpstr>
      <vt:lpstr>PowerPoint Presentation</vt:lpstr>
      <vt:lpstr>PowerPoint Presentation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Yalla Pranav</dc:creator>
  <cp:lastModifiedBy>vignesh R.</cp:lastModifiedBy>
  <cp:revision>8</cp:revision>
  <dcterms:created xsi:type="dcterms:W3CDTF">2025-07-13T06:50:06Z</dcterms:created>
  <dcterms:modified xsi:type="dcterms:W3CDTF">2025-08-22T10:11:16Z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